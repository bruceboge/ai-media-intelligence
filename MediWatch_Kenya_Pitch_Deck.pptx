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37160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194560" y="1508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94560" y="1920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Media Intelligence &amp; Strategic Early-Warning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Media Surveillance, Cross-Source Corroboration &amp; Public Stability Intelligence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decision-makers, media analysts, and institutions with continuous AI narrative tracking across Kenya's newsrooms, broadcasts, and social media.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303520"/>
            <a:ext cx="10360152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SEED PITCH DECK  |  OCTOBER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57607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Lead Architect: Bruce Boge  •  Nairobi, Kenya  •  Live Prototype Ready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MEDIWATCH KENYA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 &amp; 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Kenya's dedicated AI platform for continuous news monitoring and strategic warning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PROPOSITION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Intelligence for East Africa's Fast-Moving Media Landscape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ingests real-time newsfeeds from mainstream national press (Daily Nation, The Standard, Capital FM, KBC) alongside high-velocity social commentary (X / Twitter) from 33 critical public accounts.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advanced semantic clustering and Google Gemini synthesis, MediWatch transforms thousands of fragmented articles into concise early warnings, corroboration scores, and actionable executive briefings.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Verified Stories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ingestion across active Kenyan newsrooms &amp; RSS wires.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8288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961120" y="26060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 X Handles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97180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Media, Executive, Security Agencies, Politicians &amp; Civic Watchdogs.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4069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4251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4846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Database Cache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5212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Quota-safe Apify Actor harvesting with zero redundant API calls.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778240" y="406908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0" y="4251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Hour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961120" y="48463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0" y="5212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automated ingestion and early-warning flash generation.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vs. 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critical blindspots in media monitoring and public stability surveillance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4B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SOLVE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Information Fragmentation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Kenyan news is scattered across newspapers, TV broadcasts, local radio, and unindexed social media threads. No single pane of glass exists.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Disinformation &amp; Flash Surges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rumors and coordinated political narratives explode in minutes, leaving institutions reactive rather than proactive.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892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892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&amp; Slow Manual Clipping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5212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agencies and risk analysts spend 8 to 12 hours manually copying links into Word docs with zero cross-source corroboration metrics.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828800"/>
            <a:ext cx="5166360" cy="4389120"/>
          </a:xfrm>
          <a:prstGeom prst="roundRect">
            <a:avLst>
              <a:gd name="adj" fmla="val 3125"/>
            </a:avLst>
          </a:prstGeom>
          <a:solidFill>
            <a:srgbClr val="1E293B"/>
          </a:solidFill>
          <a:ln w="19050">
            <a:solidFill>
              <a:srgbClr val="064E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MEDIWATCH SOLUTION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Real-Time Ingestion Hub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743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live parsing of Daily Nation, Standard, Citizen, KBC, Capital FM + 33 curated Kenyan X accounts in one unified dashboard.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Corroboration Engine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9776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categorization and tiering (Multi-Source vs. Single Source) verifying stories across competing editorial desks instantly.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37960" y="4892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4892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Synthesis &amp; Executive Briefings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5212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Gemini AI generates flash tension alerts, regional flashpoints, and one-click exportable situation dossiers.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&amp; Platform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high-reliability intelligence extraction and operational speed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STREAM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Live News &amp; Topic Radar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Categorized stream across 6 core pillars: Politics, Elections, Parliament, Conflict &amp; Strikes, Corruption, and Economy. Filter by source corroboration tier (Multi-Source / Single).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2880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SURGE DETECTION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46520" y="23317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Sector &amp; Entity Monitors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Custom-built tracking radars for ministries, parastatals, and corporations (e.g. Energy Sector, Aviation, Telcos). Configurable baseline volumes and early surge alarms.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97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QUOTA-SAFE CACHE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572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𝕏  Apify Social Intelligence Hub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33 high-impact Kenyan handles across Executive, Security, Media, and Civic Fact-Checkers. Enforces a 24h database cache to eliminate redundant API billing.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069080"/>
            <a:ext cx="5257800" cy="2103120"/>
          </a:xfrm>
          <a:prstGeom prst="roundRect">
            <a:avLst>
              <a:gd name="adj" fmla="val 521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97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45720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Executive Situation Dossiers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AI intelligence synthesis detailing emerging flashpoints, narrative consensus, key actors under watch, and downloadable markdown/PDF briefing packs.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&amp; Addressable Size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Capitalizing on the surging demand for African risk surveillance &amp; media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$4.2B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9319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Media Intelligence, Public Relations Surveillance, and Geopolitical Risk Compliance in Emerging Markets.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03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$140M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1772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 Corporate Communications, NGO Monitoring, Diplomatic Missions, and Public Sector Strategic Advisory.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1031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$18M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9319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Kenya Initial Target: NSE-20 Listed Enterprises, Embassies, State Parastatals, PR Agencies, and Major Media Desks.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Monetization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B2B SaaS tiers supplemented by high-margin enterprise data licenses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57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01: PROFESSIONAL SAAS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 / month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Agencies, Independent Analysts &amp; Newsrooms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access to 14 live Kenya media RSS wires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24h Apify Social Radar across 33 key handles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Daily AI executive summary dispatches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486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Multi-source corroboration metrics &amp; keyword alerts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057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02: ENTERPRISE RADAR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2423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$1,850 / month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1772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Corporations, Banks, Telcos &amp; Embassies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52044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Unlimited Sector &amp; Entity Trackers (Energy, Banking, etc.)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297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volume surge baseline &amp; SMS/Email flash alarms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892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Exportable Executive Intelligence Dossiers (.md, PDF)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5486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Up to 10 user seats with role-based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2057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03: API &amp; DATA LICENSING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423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$4,500+ / month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22960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Funds, Risk Consultancies &amp; Global AI Labs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520440"/>
            <a:ext cx="2880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7033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REST &amp; Webhook feeds into internal risk platforms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2976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historical political and conflict taxonomy archive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920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Fine-tuned localized sentiment scoring &amp; entity graph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548640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Dedicated SLA and custom media crawler requests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&amp; Unfair Advantages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Western media tools fail in the Kenyan and East African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560320"/>
                <a:gridCol w="2560320"/>
              </a:tblGrid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 / 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MediWatch Kenya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Western SaaS (Meltwater)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Traditional PR Agencies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33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Newsroom Ingestion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(5 Feeds + Wires)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Delayed (Global Crawlers)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(8 - 12 Hours Delay)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Kenyan X (Twitter) Radar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 Critical Verified Handles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Add-on ($10k+)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/ Ad-hoc browsing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Multi-Source Corroboration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Automated 3+ Desk Cross-Check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Keyword volume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subjective guess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Quota &amp; Cost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24h Persistent Database Cache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Uncapped Per-Query Billing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Labor-intensive billing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Political &amp; Risk Taxonomy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Localized to Kenyan 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Global Lexicon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clipping folders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for Emerging Markets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Accessible ($450 - $1,850/mo)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Prohibitive ($15,000+/yr)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($2,000+/retainer)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&amp; Scaled Distribution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4-phase rollout securing anchor institutions in Kenya before regional expansion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256032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01: Q1 - Q2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Media &amp; Fact-Checkers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Partner directly with Kenyan media houses (Nation, Standard, Capital FM)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Free pilot deployments for fact-checking desks (PesaCheck, Ma3Route)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Refine local Swahili/Sheng terminology and corroborate live election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82880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828800"/>
            <a:ext cx="25603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02: Q3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Diplomatic Missions &amp; Public Affairs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B2B outreach to Nairobi-based embassies, UN agencies, and NGOs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4160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Launch Executive Situational Briefing daily email dispatch tier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51206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Target 25 paying institutional subscribers at $1,850/mo ($46k MRR)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828800"/>
            <a:ext cx="256032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03: Q4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Listed Parastatals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Rollout dedicated Sector Radars to NSE-20 giants (Telcos, Banking, Energy)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4160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Integrate compliance webhooks and automated board-level risk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51206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Reach $100k Monthly Recurring Revenue (MRR)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23960" y="182880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3960" y="1828800"/>
            <a:ext cx="25603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04: 2027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00684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African Regional Expansion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06840" y="32004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Expand newsroom crawler pipeline to Uganda, Tanzania, and Rwanda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06840" y="4160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Localize political taxonomies across East African Community (EAC)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06840" y="51206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Position MediWatch as the Bloomberg of African Media Intelligence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Ask &amp; Use of Proceeds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$250,000 Seed Investment to scale engineering and enterprise distribution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4114800" cy="438912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CAPITAL INJECTION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$250,000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Seed Equity / SAFE Note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Runway: 18 Months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Target: $80,000 Monthly Recurring Revenue (MRR) &amp; 45 Institutional Customers.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5120640"/>
            <a:ext cx="3566160" cy="731520"/>
          </a:xfrm>
          <a:prstGeom prst="roundRect">
            <a:avLst>
              <a:gd name="adj" fmla="val 12500"/>
            </a:avLst>
          </a:prstGeom>
          <a:solidFill>
            <a:srgbClr val="141E33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53492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Working Prototype Live  •  Zero Debt  •  Ready to Scale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63093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9659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Data Engineering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149840" y="1965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$112,500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30428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local NLP models, distributed crawling nodes, Apify scale, and cloud GPU latency optimization.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2926080"/>
            <a:ext cx="63093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0632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3063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Enterprise Sales &amp; GTM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149840" y="3063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40156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institutional sales reps targeting corporate communications directors, embassies, and public affairs firms.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20640" y="4023360"/>
            <a:ext cx="63093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160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Partnerships &amp; Feed Licensing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9840" y="4160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44988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publisher partnerships, commercial wire API licenses, and exclusive syndication agreements.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20640" y="5120640"/>
            <a:ext cx="630936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52578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217920" y="5257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Regulatory &amp; Operations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49840" y="5257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17920" y="5596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privacy compliance (Kenyan Data Protection Act), IP patent protection, and operational runway.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&amp; Engineering 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technical capability paired with extensive media domain expertise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103120"/>
            <a:ext cx="914400" cy="914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Bruce Boge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Chief Architect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977640"/>
            <a:ext cx="1828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14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 systems engineer. Built the core MediWatch crawling pipeline, Apify 24h caching engine, and multi-source corroboration taxonomy.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Architecture &amp; AI Systems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2103120"/>
            <a:ext cx="914400" cy="914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AI &amp; NLP Engineer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Machine Learning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3977640"/>
            <a:ext cx="1828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4114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in transformer models, real-time embeddings, topic clustering, and Swahili-English bilingual sentiment analysis in East African dialects.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Ingestion &amp; Threat Scoring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2103120"/>
            <a:ext cx="914400" cy="914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Media Strategy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&amp; Public Affairs Lead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3977640"/>
            <a:ext cx="1828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4114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senior news desk editor in Nairobi. Oversees relationships with major Kenyan newsrooms, verification standards, and editorial integrity.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Newsroom Partnerships &amp; Ethics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82396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2103120"/>
            <a:ext cx="914400" cy="914400"/>
          </a:xfrm>
          <a:prstGeom prst="ellipse">
            <a:avLst/>
          </a:prstGeom>
          <a:solidFill>
            <a:srgbClr val="141E33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2103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Commercial Growth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6112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Partnerships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89720" y="3977640"/>
            <a:ext cx="1828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6840" y="4114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Ex-B2B SaaS revenue lead. Track record in closing annual contracts with commercial banks, state parastatals, and regional international organizations.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61120" y="5577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B2B Distribution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pioneering the future of African Media Intelligence and strategic public stability monitoring.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657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Interactive Live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live ingestion across Nation, Standard, KBC, and 33 X accounts.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3657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 Direct Founder Contact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1772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Bruce Boge  •  Founder &amp; Technical Lead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bruceboge@gmail.com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Nairobi, Kenya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840" y="338328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36576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Source Code &amp; Architecture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42062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github.com/bruceboge/AI-MEDIA-INTELLIGENCE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backend, Gemini AI Engine &amp; Apify 24h Quota Cache.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MediWatch Kenya © 2026 | Confidential Investment Presentation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MediWatch Kenya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MediWatch Kenya - AI Media Intelligence Pitch Deck</dc:title>
  <dc:subject>PptxGenJS Presentation</dc:subject>
  <dc:creator>MediWatch Kenya</dc:creator>
  <cp:lastModifiedBy>MediWatch Kenya</cp:lastModifiedBy>
  <cp:revision>1</cp:revision>
  <dcterms:created xsi:type="dcterms:W3CDTF">2026-10-03T23:58:31Z</dcterms:created>
  <dcterms:modified xsi:type="dcterms:W3CDTF">2026-10-03T23:58:31Z</dcterms:modified>
</cp:coreProperties>
</file>