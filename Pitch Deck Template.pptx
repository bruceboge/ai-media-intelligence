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87" r:id="rId3"/>
    <p:sldId id="258" r:id="rId4"/>
    <p:sldId id="290" r:id="rId5"/>
    <p:sldId id="284" r:id="rId6"/>
    <p:sldId id="257" r:id="rId7"/>
    <p:sldId id="288" r:id="rId8"/>
    <p:sldId id="289" r:id="rId9"/>
    <p:sldId id="277" r:id="rId10"/>
    <p:sldId id="285" r:id="rId11"/>
    <p:sldId id="283" r:id="rId12"/>
  </p:sldIdLst>
  <p:sldSz cx="18288000" cy="10287000"/>
  <p:notesSz cx="6858000" cy="91440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Tahoma Bold" panose="020B0804030504040204" pitchFamily="34" charset="0"/>
      <p:regular r:id="rId17"/>
      <p:bold r:id="rId18"/>
    </p:embeddedFont>
    <p:embeddedFont>
      <p:font typeface="Tahoma" panose="020B0604030504040204" pitchFamily="34" charset="0"/>
      <p:regular r:id="rId19"/>
      <p:bold r:id="rId20"/>
    </p:embeddedFont>
    <p:embeddedFont>
      <p:font typeface="Trebuchet MS" panose="020B0603020202020204" pitchFamily="34" charset="0"/>
      <p:regular r:id="rId21"/>
      <p:bold r:id="rId22"/>
      <p:italic r:id="rId23"/>
      <p:boldItalic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FF"/>
    <a:srgbClr val="00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0" d="100"/>
          <a:sy n="40" d="100"/>
        </p:scale>
        <p:origin x="903" y="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5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5.sv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4768784" y="3924300"/>
            <a:ext cx="8750431" cy="6796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50"/>
              </a:lnSpc>
            </a:pPr>
            <a:r>
              <a:rPr lang="en-US" sz="5000" spc="70" dirty="0">
                <a:solidFill>
                  <a:sysClr val="windowText" lastClr="000000"/>
                </a:solidFill>
                <a:latin typeface="Tahoma Bold"/>
              </a:rPr>
              <a:t>Pitch Deck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228276" y="5981700"/>
            <a:ext cx="5831445" cy="23437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 spc="81" dirty="0">
                <a:solidFill>
                  <a:sysClr val="windowText" lastClr="000000"/>
                </a:solidFill>
                <a:latin typeface="Tahoma"/>
              </a:rPr>
              <a:t>Format this cover page inserting the following as appropriate:</a:t>
            </a:r>
          </a:p>
          <a:p>
            <a:pPr algn="ctr">
              <a:lnSpc>
                <a:spcPts val="3079"/>
              </a:lnSpc>
              <a:spcBef>
                <a:spcPct val="0"/>
              </a:spcBef>
            </a:pPr>
            <a:endParaRPr lang="en-US" sz="2199" spc="81" dirty="0">
              <a:solidFill>
                <a:sysClr val="windowText" lastClr="000000"/>
              </a:solidFill>
              <a:latin typeface="Tahoma"/>
            </a:endParaRPr>
          </a:p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 b="1" i="1" spc="81" dirty="0">
                <a:solidFill>
                  <a:sysClr val="windowText" lastClr="000000"/>
                </a:solidFill>
                <a:latin typeface="Tahoma"/>
              </a:rPr>
              <a:t>Name of Company</a:t>
            </a:r>
          </a:p>
          <a:p>
            <a:pPr algn="ctr">
              <a:lnSpc>
                <a:spcPts val="3079"/>
              </a:lnSpc>
              <a:spcBef>
                <a:spcPct val="0"/>
              </a:spcBef>
            </a:pPr>
            <a:endParaRPr lang="en-US" sz="2199" b="1" i="1" spc="81" dirty="0">
              <a:solidFill>
                <a:sysClr val="windowText" lastClr="000000"/>
              </a:solidFill>
              <a:latin typeface="Tahoma"/>
            </a:endParaRPr>
          </a:p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 b="1" i="1" spc="81" dirty="0">
                <a:solidFill>
                  <a:sysClr val="windowText" lastClr="000000"/>
                </a:solidFill>
                <a:latin typeface="Tahoma"/>
              </a:rPr>
              <a:t>Company Logo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object 28"/>
          <p:cNvSpPr txBox="1"/>
          <p:nvPr/>
        </p:nvSpPr>
        <p:spPr>
          <a:xfrm>
            <a:off x="993675" y="1854885"/>
            <a:ext cx="8348868" cy="477880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5599"/>
              </a:lnSpc>
              <a:spcBef>
                <a:spcPts val="100"/>
              </a:spcBef>
            </a:pPr>
            <a:endParaRPr lang="en-US" sz="2000" b="1" i="1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2700" marR="5080" algn="just">
              <a:lnSpc>
                <a:spcPct val="115599"/>
              </a:lnSpc>
              <a:spcBef>
                <a:spcPts val="100"/>
              </a:spcBef>
            </a:pPr>
            <a:endParaRPr lang="en-US" sz="2000" b="1" i="1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2700" marR="5080" algn="just">
              <a:lnSpc>
                <a:spcPct val="115599"/>
              </a:lnSpc>
              <a:spcBef>
                <a:spcPts val="100"/>
              </a:spcBef>
            </a:pPr>
            <a:endParaRPr lang="en-US" sz="2000" b="1" i="1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2700" marR="5080" algn="just">
              <a:lnSpc>
                <a:spcPct val="115599"/>
              </a:lnSpc>
              <a:spcBef>
                <a:spcPts val="100"/>
              </a:spcBef>
            </a:pPr>
            <a:endParaRPr lang="en-US" sz="2000" b="1" i="1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2700" marR="5080" algn="ctr">
              <a:lnSpc>
                <a:spcPct val="115599"/>
              </a:lnSpc>
              <a:spcBef>
                <a:spcPts val="100"/>
              </a:spcBef>
            </a:pPr>
            <a:endParaRPr lang="en-US" sz="2000" b="1" i="1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2700" marR="5080" algn="ctr">
              <a:lnSpc>
                <a:spcPct val="115599"/>
              </a:lnSpc>
              <a:spcBef>
                <a:spcPts val="100"/>
              </a:spcBef>
            </a:pPr>
            <a:endParaRPr lang="en-US" sz="2000" b="1" i="1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2700" marR="5080" algn="ctr">
              <a:lnSpc>
                <a:spcPct val="115599"/>
              </a:lnSpc>
              <a:spcBef>
                <a:spcPts val="100"/>
              </a:spcBef>
            </a:pPr>
            <a:r>
              <a:rPr lang="en-US" sz="2000" b="1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{Brief introduction to the startup including unique value proposition}</a:t>
            </a:r>
          </a:p>
          <a:p>
            <a:pPr marL="12700" marR="5080" algn="just">
              <a:lnSpc>
                <a:spcPct val="115599"/>
              </a:lnSpc>
              <a:spcBef>
                <a:spcPts val="100"/>
              </a:spcBef>
            </a:pPr>
            <a:endParaRPr lang="en-US" sz="2000" b="1" i="1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2700" marR="5080" algn="just">
              <a:lnSpc>
                <a:spcPct val="115599"/>
              </a:lnSpc>
              <a:spcBef>
                <a:spcPts val="100"/>
              </a:spcBef>
            </a:pPr>
            <a:endParaRPr lang="en-US" sz="2000" b="1" i="1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2700" marR="5080" algn="just">
              <a:lnSpc>
                <a:spcPct val="115599"/>
              </a:lnSpc>
              <a:spcBef>
                <a:spcPts val="100"/>
              </a:spcBef>
            </a:pPr>
            <a:endParaRPr lang="en-US" sz="2000" b="1" i="1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2700" marR="5080" algn="just">
              <a:lnSpc>
                <a:spcPct val="115599"/>
              </a:lnSpc>
              <a:spcBef>
                <a:spcPts val="100"/>
              </a:spcBef>
            </a:pPr>
            <a:endParaRPr lang="en-US" sz="2000" b="1" i="1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2700" marR="5080" algn="just">
              <a:lnSpc>
                <a:spcPct val="115599"/>
              </a:lnSpc>
              <a:spcBef>
                <a:spcPts val="100"/>
              </a:spcBef>
            </a:pPr>
            <a:endParaRPr lang="en-US" sz="2000" b="1" i="1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2700" marR="5080" algn="just">
              <a:lnSpc>
                <a:spcPct val="115599"/>
              </a:lnSpc>
              <a:spcBef>
                <a:spcPts val="100"/>
              </a:spcBef>
            </a:pPr>
            <a:endParaRPr lang="en-US" sz="2000" b="1" i="1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2" name="object 2"/>
          <p:cNvGrpSpPr/>
          <p:nvPr/>
        </p:nvGrpSpPr>
        <p:grpSpPr>
          <a:xfrm>
            <a:off x="2350150" y="1566749"/>
            <a:ext cx="15608504" cy="8506892"/>
            <a:chOff x="2350149" y="-93230"/>
            <a:chExt cx="15608504" cy="8506892"/>
          </a:xfrm>
        </p:grpSpPr>
        <p:sp>
          <p:nvSpPr>
            <p:cNvPr id="5" name="object 5"/>
            <p:cNvSpPr/>
            <p:nvPr/>
          </p:nvSpPr>
          <p:spPr>
            <a:xfrm>
              <a:off x="10219908" y="-93230"/>
              <a:ext cx="7738745" cy="6796405"/>
            </a:xfrm>
            <a:custGeom>
              <a:avLst/>
              <a:gdLst/>
              <a:ahLst/>
              <a:cxnLst/>
              <a:rect l="l" t="t" r="r" b="b"/>
              <a:pathLst>
                <a:path w="7738744" h="6796405">
                  <a:moveTo>
                    <a:pt x="5531928" y="6795968"/>
                  </a:moveTo>
                  <a:lnTo>
                    <a:pt x="2206534" y="6795968"/>
                  </a:lnTo>
                  <a:lnTo>
                    <a:pt x="2158240" y="6793835"/>
                  </a:lnTo>
                  <a:lnTo>
                    <a:pt x="2110779" y="6787525"/>
                  </a:lnTo>
                  <a:lnTo>
                    <a:pt x="2064398" y="6777172"/>
                  </a:lnTo>
                  <a:lnTo>
                    <a:pt x="2019330" y="6762911"/>
                  </a:lnTo>
                  <a:lnTo>
                    <a:pt x="1975810" y="6744876"/>
                  </a:lnTo>
                  <a:lnTo>
                    <a:pt x="1934071" y="6723203"/>
                  </a:lnTo>
                  <a:lnTo>
                    <a:pt x="1894348" y="6698025"/>
                  </a:lnTo>
                  <a:lnTo>
                    <a:pt x="1856874" y="6669478"/>
                  </a:lnTo>
                  <a:lnTo>
                    <a:pt x="1821883" y="6637695"/>
                  </a:lnTo>
                  <a:lnTo>
                    <a:pt x="1789609" y="6602812"/>
                  </a:lnTo>
                  <a:lnTo>
                    <a:pt x="1760287" y="6564962"/>
                  </a:lnTo>
                  <a:lnTo>
                    <a:pt x="1734150" y="6524282"/>
                  </a:lnTo>
                  <a:lnTo>
                    <a:pt x="73285" y="3669670"/>
                  </a:lnTo>
                  <a:lnTo>
                    <a:pt x="50892" y="3626906"/>
                  </a:lnTo>
                  <a:lnTo>
                    <a:pt x="32571" y="3582769"/>
                  </a:lnTo>
                  <a:lnTo>
                    <a:pt x="18321" y="3537533"/>
                  </a:lnTo>
                  <a:lnTo>
                    <a:pt x="8142" y="3491475"/>
                  </a:lnTo>
                  <a:lnTo>
                    <a:pt x="2035" y="3444867"/>
                  </a:lnTo>
                  <a:lnTo>
                    <a:pt x="0" y="3397984"/>
                  </a:lnTo>
                  <a:lnTo>
                    <a:pt x="2035" y="3351101"/>
                  </a:lnTo>
                  <a:lnTo>
                    <a:pt x="8142" y="3304493"/>
                  </a:lnTo>
                  <a:lnTo>
                    <a:pt x="18321" y="3258434"/>
                  </a:lnTo>
                  <a:lnTo>
                    <a:pt x="32571" y="3213199"/>
                  </a:lnTo>
                  <a:lnTo>
                    <a:pt x="50892" y="3169062"/>
                  </a:lnTo>
                  <a:lnTo>
                    <a:pt x="73285" y="3126298"/>
                  </a:lnTo>
                  <a:lnTo>
                    <a:pt x="1734150" y="271686"/>
                  </a:lnTo>
                  <a:lnTo>
                    <a:pt x="1760287" y="231005"/>
                  </a:lnTo>
                  <a:lnTo>
                    <a:pt x="1789609" y="193156"/>
                  </a:lnTo>
                  <a:lnTo>
                    <a:pt x="1821883" y="158273"/>
                  </a:lnTo>
                  <a:lnTo>
                    <a:pt x="1856874" y="126490"/>
                  </a:lnTo>
                  <a:lnTo>
                    <a:pt x="1894348" y="97943"/>
                  </a:lnTo>
                  <a:lnTo>
                    <a:pt x="1934071" y="72765"/>
                  </a:lnTo>
                  <a:lnTo>
                    <a:pt x="1975810" y="51092"/>
                  </a:lnTo>
                  <a:lnTo>
                    <a:pt x="2019330" y="33057"/>
                  </a:lnTo>
                  <a:lnTo>
                    <a:pt x="2064398" y="18796"/>
                  </a:lnTo>
                  <a:lnTo>
                    <a:pt x="2110779" y="8443"/>
                  </a:lnTo>
                  <a:lnTo>
                    <a:pt x="2158240" y="2133"/>
                  </a:lnTo>
                  <a:lnTo>
                    <a:pt x="2206547" y="0"/>
                  </a:lnTo>
                  <a:lnTo>
                    <a:pt x="5531915" y="0"/>
                  </a:lnTo>
                  <a:lnTo>
                    <a:pt x="5580222" y="2133"/>
                  </a:lnTo>
                  <a:lnTo>
                    <a:pt x="5627683" y="8443"/>
                  </a:lnTo>
                  <a:lnTo>
                    <a:pt x="5674064" y="18796"/>
                  </a:lnTo>
                  <a:lnTo>
                    <a:pt x="5719132" y="33057"/>
                  </a:lnTo>
                  <a:lnTo>
                    <a:pt x="5762652" y="51092"/>
                  </a:lnTo>
                  <a:lnTo>
                    <a:pt x="5804391" y="72765"/>
                  </a:lnTo>
                  <a:lnTo>
                    <a:pt x="5844115" y="97943"/>
                  </a:lnTo>
                  <a:lnTo>
                    <a:pt x="5881589" y="126490"/>
                  </a:lnTo>
                  <a:lnTo>
                    <a:pt x="5916580" y="158273"/>
                  </a:lnTo>
                  <a:lnTo>
                    <a:pt x="5948854" y="193156"/>
                  </a:lnTo>
                  <a:lnTo>
                    <a:pt x="5978176" y="231005"/>
                  </a:lnTo>
                  <a:lnTo>
                    <a:pt x="6004313" y="271686"/>
                  </a:lnTo>
                  <a:lnTo>
                    <a:pt x="7665178" y="3126298"/>
                  </a:lnTo>
                  <a:lnTo>
                    <a:pt x="7687571" y="3169062"/>
                  </a:lnTo>
                  <a:lnTo>
                    <a:pt x="7705892" y="3213199"/>
                  </a:lnTo>
                  <a:lnTo>
                    <a:pt x="7720142" y="3258434"/>
                  </a:lnTo>
                  <a:lnTo>
                    <a:pt x="7730321" y="3304493"/>
                  </a:lnTo>
                  <a:lnTo>
                    <a:pt x="7736428" y="3351101"/>
                  </a:lnTo>
                  <a:lnTo>
                    <a:pt x="7738463" y="3397984"/>
                  </a:lnTo>
                  <a:lnTo>
                    <a:pt x="7736428" y="3444867"/>
                  </a:lnTo>
                  <a:lnTo>
                    <a:pt x="7730321" y="3491475"/>
                  </a:lnTo>
                  <a:lnTo>
                    <a:pt x="7720142" y="3537533"/>
                  </a:lnTo>
                  <a:lnTo>
                    <a:pt x="7705892" y="3582769"/>
                  </a:lnTo>
                  <a:lnTo>
                    <a:pt x="7687571" y="3626906"/>
                  </a:lnTo>
                  <a:lnTo>
                    <a:pt x="7665178" y="3669670"/>
                  </a:lnTo>
                  <a:lnTo>
                    <a:pt x="6004313" y="6524282"/>
                  </a:lnTo>
                  <a:lnTo>
                    <a:pt x="5978176" y="6564962"/>
                  </a:lnTo>
                  <a:lnTo>
                    <a:pt x="5948854" y="6602812"/>
                  </a:lnTo>
                  <a:lnTo>
                    <a:pt x="5916580" y="6637695"/>
                  </a:lnTo>
                  <a:lnTo>
                    <a:pt x="5881589" y="6669478"/>
                  </a:lnTo>
                  <a:lnTo>
                    <a:pt x="5844115" y="6698025"/>
                  </a:lnTo>
                  <a:lnTo>
                    <a:pt x="5804391" y="6723203"/>
                  </a:lnTo>
                  <a:lnTo>
                    <a:pt x="5762652" y="6744876"/>
                  </a:lnTo>
                  <a:lnTo>
                    <a:pt x="5719132" y="6762911"/>
                  </a:lnTo>
                  <a:lnTo>
                    <a:pt x="5674064" y="6777172"/>
                  </a:lnTo>
                  <a:lnTo>
                    <a:pt x="5627683" y="6787525"/>
                  </a:lnTo>
                  <a:lnTo>
                    <a:pt x="5580222" y="6793835"/>
                  </a:lnTo>
                  <a:lnTo>
                    <a:pt x="5531928" y="6795968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pPr algn="ctr"/>
              <a:endPara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en-US" sz="20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Insert Image</a:t>
              </a:r>
              <a:endParaRPr sz="2000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10369194" y="3809912"/>
              <a:ext cx="5161915" cy="4603750"/>
            </a:xfrm>
            <a:custGeom>
              <a:avLst/>
              <a:gdLst/>
              <a:ahLst/>
              <a:cxnLst/>
              <a:rect l="l" t="t" r="r" b="b"/>
              <a:pathLst>
                <a:path w="5161915" h="4603750">
                  <a:moveTo>
                    <a:pt x="3558228" y="4603721"/>
                  </a:moveTo>
                  <a:lnTo>
                    <a:pt x="1603563" y="4603721"/>
                  </a:lnTo>
                  <a:lnTo>
                    <a:pt x="1555848" y="4601914"/>
                  </a:lnTo>
                  <a:lnTo>
                    <a:pt x="1508803" y="4596557"/>
                  </a:lnTo>
                  <a:lnTo>
                    <a:pt x="1462614" y="4587746"/>
                  </a:lnTo>
                  <a:lnTo>
                    <a:pt x="1417452" y="4575581"/>
                  </a:lnTo>
                  <a:lnTo>
                    <a:pt x="1373486" y="4560159"/>
                  </a:lnTo>
                  <a:lnTo>
                    <a:pt x="1330886" y="4541576"/>
                  </a:lnTo>
                  <a:lnTo>
                    <a:pt x="1289821" y="4519931"/>
                  </a:lnTo>
                  <a:lnTo>
                    <a:pt x="1250461" y="4495322"/>
                  </a:lnTo>
                  <a:lnTo>
                    <a:pt x="1212976" y="4467845"/>
                  </a:lnTo>
                  <a:lnTo>
                    <a:pt x="1177535" y="4437599"/>
                  </a:lnTo>
                  <a:lnTo>
                    <a:pt x="1144308" y="4404681"/>
                  </a:lnTo>
                  <a:lnTo>
                    <a:pt x="1113465" y="4369188"/>
                  </a:lnTo>
                  <a:lnTo>
                    <a:pt x="1085175" y="4331219"/>
                  </a:lnTo>
                  <a:lnTo>
                    <a:pt x="1059608" y="4290870"/>
                  </a:lnTo>
                  <a:lnTo>
                    <a:pt x="84388" y="2614712"/>
                  </a:lnTo>
                  <a:lnTo>
                    <a:pt x="61999" y="2572607"/>
                  </a:lnTo>
                  <a:lnTo>
                    <a:pt x="43055" y="2529308"/>
                  </a:lnTo>
                  <a:lnTo>
                    <a:pt x="27555" y="2485013"/>
                  </a:lnTo>
                  <a:lnTo>
                    <a:pt x="15499" y="2439922"/>
                  </a:lnTo>
                  <a:lnTo>
                    <a:pt x="6888" y="2394233"/>
                  </a:lnTo>
                  <a:lnTo>
                    <a:pt x="1722" y="2348146"/>
                  </a:lnTo>
                  <a:lnTo>
                    <a:pt x="0" y="2301861"/>
                  </a:lnTo>
                  <a:lnTo>
                    <a:pt x="1722" y="2255575"/>
                  </a:lnTo>
                  <a:lnTo>
                    <a:pt x="6888" y="2209488"/>
                  </a:lnTo>
                  <a:lnTo>
                    <a:pt x="15499" y="2163800"/>
                  </a:lnTo>
                  <a:lnTo>
                    <a:pt x="27555" y="2118709"/>
                  </a:lnTo>
                  <a:lnTo>
                    <a:pt x="43055" y="2074414"/>
                  </a:lnTo>
                  <a:lnTo>
                    <a:pt x="61999" y="2031115"/>
                  </a:lnTo>
                  <a:lnTo>
                    <a:pt x="84388" y="1989010"/>
                  </a:lnTo>
                  <a:lnTo>
                    <a:pt x="1059608" y="312850"/>
                  </a:lnTo>
                  <a:lnTo>
                    <a:pt x="1085175" y="272502"/>
                  </a:lnTo>
                  <a:lnTo>
                    <a:pt x="1113465" y="234532"/>
                  </a:lnTo>
                  <a:lnTo>
                    <a:pt x="1144308" y="199040"/>
                  </a:lnTo>
                  <a:lnTo>
                    <a:pt x="1177535" y="166122"/>
                  </a:lnTo>
                  <a:lnTo>
                    <a:pt x="1212976" y="135876"/>
                  </a:lnTo>
                  <a:lnTo>
                    <a:pt x="1250461" y="108399"/>
                  </a:lnTo>
                  <a:lnTo>
                    <a:pt x="1289821" y="83790"/>
                  </a:lnTo>
                  <a:lnTo>
                    <a:pt x="1330886" y="62145"/>
                  </a:lnTo>
                  <a:lnTo>
                    <a:pt x="1373486" y="43563"/>
                  </a:lnTo>
                  <a:lnTo>
                    <a:pt x="1417452" y="28140"/>
                  </a:lnTo>
                  <a:lnTo>
                    <a:pt x="1462614" y="15975"/>
                  </a:lnTo>
                  <a:lnTo>
                    <a:pt x="1508803" y="7165"/>
                  </a:lnTo>
                  <a:lnTo>
                    <a:pt x="1555848" y="1807"/>
                  </a:lnTo>
                  <a:lnTo>
                    <a:pt x="1603581" y="0"/>
                  </a:lnTo>
                  <a:lnTo>
                    <a:pt x="3558210" y="0"/>
                  </a:lnTo>
                  <a:lnTo>
                    <a:pt x="3605942" y="1807"/>
                  </a:lnTo>
                  <a:lnTo>
                    <a:pt x="3652988" y="7165"/>
                  </a:lnTo>
                  <a:lnTo>
                    <a:pt x="3699176" y="15975"/>
                  </a:lnTo>
                  <a:lnTo>
                    <a:pt x="3744339" y="28140"/>
                  </a:lnTo>
                  <a:lnTo>
                    <a:pt x="3788305" y="43563"/>
                  </a:lnTo>
                  <a:lnTo>
                    <a:pt x="3830905" y="62145"/>
                  </a:lnTo>
                  <a:lnTo>
                    <a:pt x="3871970" y="83790"/>
                  </a:lnTo>
                  <a:lnTo>
                    <a:pt x="3911330" y="108399"/>
                  </a:lnTo>
                  <a:lnTo>
                    <a:pt x="3948815" y="135876"/>
                  </a:lnTo>
                  <a:lnTo>
                    <a:pt x="3984256" y="166122"/>
                  </a:lnTo>
                  <a:lnTo>
                    <a:pt x="4017483" y="199040"/>
                  </a:lnTo>
                  <a:lnTo>
                    <a:pt x="4048326" y="234532"/>
                  </a:lnTo>
                  <a:lnTo>
                    <a:pt x="4076616" y="272502"/>
                  </a:lnTo>
                  <a:lnTo>
                    <a:pt x="4102183" y="312850"/>
                  </a:lnTo>
                  <a:lnTo>
                    <a:pt x="5077403" y="1989010"/>
                  </a:lnTo>
                  <a:lnTo>
                    <a:pt x="5099792" y="2031115"/>
                  </a:lnTo>
                  <a:lnTo>
                    <a:pt x="5118736" y="2074414"/>
                  </a:lnTo>
                  <a:lnTo>
                    <a:pt x="5134236" y="2118709"/>
                  </a:lnTo>
                  <a:lnTo>
                    <a:pt x="5146292" y="2163800"/>
                  </a:lnTo>
                  <a:lnTo>
                    <a:pt x="5154903" y="2209488"/>
                  </a:lnTo>
                  <a:lnTo>
                    <a:pt x="5160070" y="2255575"/>
                  </a:lnTo>
                  <a:lnTo>
                    <a:pt x="5161792" y="2301861"/>
                  </a:lnTo>
                  <a:lnTo>
                    <a:pt x="5160070" y="2348146"/>
                  </a:lnTo>
                  <a:lnTo>
                    <a:pt x="5154903" y="2394233"/>
                  </a:lnTo>
                  <a:lnTo>
                    <a:pt x="5146292" y="2439922"/>
                  </a:lnTo>
                  <a:lnTo>
                    <a:pt x="5134236" y="2485013"/>
                  </a:lnTo>
                  <a:lnTo>
                    <a:pt x="5118736" y="2529308"/>
                  </a:lnTo>
                  <a:lnTo>
                    <a:pt x="5099792" y="2572607"/>
                  </a:lnTo>
                  <a:lnTo>
                    <a:pt x="5077403" y="2614712"/>
                  </a:lnTo>
                  <a:lnTo>
                    <a:pt x="4102183" y="4290870"/>
                  </a:lnTo>
                  <a:lnTo>
                    <a:pt x="4076616" y="4331219"/>
                  </a:lnTo>
                  <a:lnTo>
                    <a:pt x="4048326" y="4369188"/>
                  </a:lnTo>
                  <a:lnTo>
                    <a:pt x="4017483" y="4404681"/>
                  </a:lnTo>
                  <a:lnTo>
                    <a:pt x="3984256" y="4437599"/>
                  </a:lnTo>
                  <a:lnTo>
                    <a:pt x="3948815" y="4467845"/>
                  </a:lnTo>
                  <a:lnTo>
                    <a:pt x="3911330" y="4495322"/>
                  </a:lnTo>
                  <a:lnTo>
                    <a:pt x="3871970" y="4519931"/>
                  </a:lnTo>
                  <a:lnTo>
                    <a:pt x="3830905" y="4541576"/>
                  </a:lnTo>
                  <a:lnTo>
                    <a:pt x="3788305" y="4560159"/>
                  </a:lnTo>
                  <a:lnTo>
                    <a:pt x="3744339" y="4575581"/>
                  </a:lnTo>
                  <a:lnTo>
                    <a:pt x="3699176" y="4587746"/>
                  </a:lnTo>
                  <a:lnTo>
                    <a:pt x="3652988" y="4596557"/>
                  </a:lnTo>
                  <a:lnTo>
                    <a:pt x="3605942" y="4601914"/>
                  </a:lnTo>
                  <a:lnTo>
                    <a:pt x="3558228" y="4603721"/>
                  </a:lnTo>
                  <a:close/>
                </a:path>
              </a:pathLst>
            </a:custGeom>
            <a:solidFill>
              <a:srgbClr val="1B1F23"/>
            </a:solidFill>
          </p:spPr>
          <p:txBody>
            <a:bodyPr wrap="square" lIns="0" tIns="0" rIns="0" bIns="0" rtlCol="0"/>
            <a:lstStyle/>
            <a:p>
              <a:pPr algn="ctr"/>
              <a:endParaRPr lang="en-US" sz="20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sz="20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sz="20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sz="20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sz="20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sz="20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sz="20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sz="20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en-US" sz="2000" b="1" i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Insert Image</a:t>
              </a:r>
              <a:endParaRPr sz="20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2611616" y="7100659"/>
              <a:ext cx="570865" cy="200660"/>
            </a:xfrm>
            <a:custGeom>
              <a:avLst/>
              <a:gdLst/>
              <a:ahLst/>
              <a:cxnLst/>
              <a:rect l="l" t="t" r="r" b="b"/>
              <a:pathLst>
                <a:path w="570864" h="200659">
                  <a:moveTo>
                    <a:pt x="120802" y="151650"/>
                  </a:moveTo>
                  <a:lnTo>
                    <a:pt x="114363" y="145199"/>
                  </a:lnTo>
                  <a:lnTo>
                    <a:pt x="113614" y="145199"/>
                  </a:lnTo>
                  <a:lnTo>
                    <a:pt x="116027" y="135305"/>
                  </a:lnTo>
                  <a:lnTo>
                    <a:pt x="113817" y="121488"/>
                  </a:lnTo>
                  <a:lnTo>
                    <a:pt x="106718" y="109994"/>
                  </a:lnTo>
                  <a:lnTo>
                    <a:pt x="95821" y="101993"/>
                  </a:lnTo>
                  <a:lnTo>
                    <a:pt x="82219" y="98679"/>
                  </a:lnTo>
                  <a:lnTo>
                    <a:pt x="68402" y="100901"/>
                  </a:lnTo>
                  <a:lnTo>
                    <a:pt x="56908" y="108000"/>
                  </a:lnTo>
                  <a:lnTo>
                    <a:pt x="48907" y="118884"/>
                  </a:lnTo>
                  <a:lnTo>
                    <a:pt x="46316" y="129514"/>
                  </a:lnTo>
                  <a:lnTo>
                    <a:pt x="36537" y="127533"/>
                  </a:lnTo>
                  <a:lnTo>
                    <a:pt x="22313" y="130403"/>
                  </a:lnTo>
                  <a:lnTo>
                    <a:pt x="10706" y="138239"/>
                  </a:lnTo>
                  <a:lnTo>
                    <a:pt x="2870" y="149847"/>
                  </a:lnTo>
                  <a:lnTo>
                    <a:pt x="0" y="164071"/>
                  </a:lnTo>
                  <a:lnTo>
                    <a:pt x="2870" y="178295"/>
                  </a:lnTo>
                  <a:lnTo>
                    <a:pt x="10706" y="189903"/>
                  </a:lnTo>
                  <a:lnTo>
                    <a:pt x="22313" y="197739"/>
                  </a:lnTo>
                  <a:lnTo>
                    <a:pt x="36537" y="200609"/>
                  </a:lnTo>
                  <a:lnTo>
                    <a:pt x="50761" y="197739"/>
                  </a:lnTo>
                  <a:lnTo>
                    <a:pt x="62369" y="189903"/>
                  </a:lnTo>
                  <a:lnTo>
                    <a:pt x="70205" y="178295"/>
                  </a:lnTo>
                  <a:lnTo>
                    <a:pt x="72402" y="167411"/>
                  </a:lnTo>
                  <a:lnTo>
                    <a:pt x="79400" y="169113"/>
                  </a:lnTo>
                  <a:lnTo>
                    <a:pt x="92011" y="167106"/>
                  </a:lnTo>
                  <a:lnTo>
                    <a:pt x="92011" y="167551"/>
                  </a:lnTo>
                  <a:lnTo>
                    <a:pt x="98450" y="174002"/>
                  </a:lnTo>
                  <a:lnTo>
                    <a:pt x="114363" y="174002"/>
                  </a:lnTo>
                  <a:lnTo>
                    <a:pt x="120802" y="167551"/>
                  </a:lnTo>
                  <a:lnTo>
                    <a:pt x="120802" y="159600"/>
                  </a:lnTo>
                  <a:lnTo>
                    <a:pt x="120802" y="151650"/>
                  </a:lnTo>
                  <a:close/>
                </a:path>
                <a:path w="570864" h="200659">
                  <a:moveTo>
                    <a:pt x="566864" y="6807"/>
                  </a:moveTo>
                  <a:lnTo>
                    <a:pt x="562292" y="2247"/>
                  </a:lnTo>
                  <a:lnTo>
                    <a:pt x="551014" y="2247"/>
                  </a:lnTo>
                  <a:lnTo>
                    <a:pt x="546455" y="6807"/>
                  </a:lnTo>
                  <a:lnTo>
                    <a:pt x="546455" y="18084"/>
                  </a:lnTo>
                  <a:lnTo>
                    <a:pt x="551014" y="22656"/>
                  </a:lnTo>
                  <a:lnTo>
                    <a:pt x="562292" y="22656"/>
                  </a:lnTo>
                  <a:lnTo>
                    <a:pt x="566864" y="18084"/>
                  </a:lnTo>
                  <a:lnTo>
                    <a:pt x="566864" y="12446"/>
                  </a:lnTo>
                  <a:lnTo>
                    <a:pt x="566864" y="6807"/>
                  </a:lnTo>
                  <a:close/>
                </a:path>
                <a:path w="570864" h="200659">
                  <a:moveTo>
                    <a:pt x="570484" y="37630"/>
                  </a:moveTo>
                  <a:lnTo>
                    <a:pt x="563867" y="31013"/>
                  </a:lnTo>
                  <a:lnTo>
                    <a:pt x="547560" y="31013"/>
                  </a:lnTo>
                  <a:lnTo>
                    <a:pt x="546976" y="31597"/>
                  </a:lnTo>
                  <a:lnTo>
                    <a:pt x="543293" y="26136"/>
                  </a:lnTo>
                  <a:lnTo>
                    <a:pt x="532904" y="19126"/>
                  </a:lnTo>
                  <a:lnTo>
                    <a:pt x="520776" y="16675"/>
                  </a:lnTo>
                  <a:lnTo>
                    <a:pt x="520776" y="14770"/>
                  </a:lnTo>
                  <a:lnTo>
                    <a:pt x="520776" y="6616"/>
                  </a:lnTo>
                  <a:lnTo>
                    <a:pt x="514172" y="0"/>
                  </a:lnTo>
                  <a:lnTo>
                    <a:pt x="497865" y="0"/>
                  </a:lnTo>
                  <a:lnTo>
                    <a:pt x="491248" y="6616"/>
                  </a:lnTo>
                  <a:lnTo>
                    <a:pt x="491248" y="7810"/>
                  </a:lnTo>
                  <a:lnTo>
                    <a:pt x="488429" y="5905"/>
                  </a:lnTo>
                  <a:lnTo>
                    <a:pt x="478434" y="3886"/>
                  </a:lnTo>
                  <a:lnTo>
                    <a:pt x="468439" y="5905"/>
                  </a:lnTo>
                  <a:lnTo>
                    <a:pt x="460273" y="11417"/>
                  </a:lnTo>
                  <a:lnTo>
                    <a:pt x="454774" y="19583"/>
                  </a:lnTo>
                  <a:lnTo>
                    <a:pt x="452755" y="29578"/>
                  </a:lnTo>
                  <a:lnTo>
                    <a:pt x="454774" y="39573"/>
                  </a:lnTo>
                  <a:lnTo>
                    <a:pt x="460273" y="47739"/>
                  </a:lnTo>
                  <a:lnTo>
                    <a:pt x="468439" y="53251"/>
                  </a:lnTo>
                  <a:lnTo>
                    <a:pt x="478434" y="55270"/>
                  </a:lnTo>
                  <a:lnTo>
                    <a:pt x="488251" y="53289"/>
                  </a:lnTo>
                  <a:lnTo>
                    <a:pt x="490016" y="62001"/>
                  </a:lnTo>
                  <a:lnTo>
                    <a:pt x="497027" y="72402"/>
                  </a:lnTo>
                  <a:lnTo>
                    <a:pt x="507428" y="79413"/>
                  </a:lnTo>
                  <a:lnTo>
                    <a:pt x="520166" y="81991"/>
                  </a:lnTo>
                  <a:lnTo>
                    <a:pt x="532904" y="79413"/>
                  </a:lnTo>
                  <a:lnTo>
                    <a:pt x="543293" y="72402"/>
                  </a:lnTo>
                  <a:lnTo>
                    <a:pt x="550316" y="62001"/>
                  </a:lnTo>
                  <a:lnTo>
                    <a:pt x="550595" y="60553"/>
                  </a:lnTo>
                  <a:lnTo>
                    <a:pt x="563867" y="60553"/>
                  </a:lnTo>
                  <a:lnTo>
                    <a:pt x="570484" y="53936"/>
                  </a:lnTo>
                  <a:lnTo>
                    <a:pt x="570484" y="45783"/>
                  </a:lnTo>
                  <a:lnTo>
                    <a:pt x="570484" y="37630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2" name="object 12"/>
            <p:cNvSpPr/>
            <p:nvPr/>
          </p:nvSpPr>
          <p:spPr>
            <a:xfrm>
              <a:off x="2592757" y="7166699"/>
              <a:ext cx="467359" cy="134620"/>
            </a:xfrm>
            <a:custGeom>
              <a:avLst/>
              <a:gdLst/>
              <a:ahLst/>
              <a:cxnLst/>
              <a:rect l="l" t="t" r="r" b="b"/>
              <a:pathLst>
                <a:path w="467360" h="134620">
                  <a:moveTo>
                    <a:pt x="44170" y="63982"/>
                  </a:moveTo>
                  <a:lnTo>
                    <a:pt x="42430" y="55384"/>
                  </a:lnTo>
                  <a:lnTo>
                    <a:pt x="37706" y="48361"/>
                  </a:lnTo>
                  <a:lnTo>
                    <a:pt x="30683" y="43637"/>
                  </a:lnTo>
                  <a:lnTo>
                    <a:pt x="22085" y="41897"/>
                  </a:lnTo>
                  <a:lnTo>
                    <a:pt x="13487" y="43637"/>
                  </a:lnTo>
                  <a:lnTo>
                    <a:pt x="6464" y="48361"/>
                  </a:lnTo>
                  <a:lnTo>
                    <a:pt x="1739" y="55384"/>
                  </a:lnTo>
                  <a:lnTo>
                    <a:pt x="0" y="63982"/>
                  </a:lnTo>
                  <a:lnTo>
                    <a:pt x="1739" y="72580"/>
                  </a:lnTo>
                  <a:lnTo>
                    <a:pt x="6464" y="79603"/>
                  </a:lnTo>
                  <a:lnTo>
                    <a:pt x="13487" y="84328"/>
                  </a:lnTo>
                  <a:lnTo>
                    <a:pt x="22085" y="86067"/>
                  </a:lnTo>
                  <a:lnTo>
                    <a:pt x="30683" y="84328"/>
                  </a:lnTo>
                  <a:lnTo>
                    <a:pt x="37706" y="79603"/>
                  </a:lnTo>
                  <a:lnTo>
                    <a:pt x="42430" y="72580"/>
                  </a:lnTo>
                  <a:lnTo>
                    <a:pt x="44170" y="63982"/>
                  </a:lnTo>
                  <a:close/>
                </a:path>
                <a:path w="467360" h="134620">
                  <a:moveTo>
                    <a:pt x="428548" y="37858"/>
                  </a:moveTo>
                  <a:lnTo>
                    <a:pt x="428536" y="25476"/>
                  </a:lnTo>
                  <a:lnTo>
                    <a:pt x="423621" y="13639"/>
                  </a:lnTo>
                  <a:lnTo>
                    <a:pt x="414489" y="4635"/>
                  </a:lnTo>
                  <a:lnTo>
                    <a:pt x="403009" y="0"/>
                  </a:lnTo>
                  <a:lnTo>
                    <a:pt x="390626" y="0"/>
                  </a:lnTo>
                  <a:lnTo>
                    <a:pt x="378790" y="4927"/>
                  </a:lnTo>
                  <a:lnTo>
                    <a:pt x="369798" y="14058"/>
                  </a:lnTo>
                  <a:lnTo>
                    <a:pt x="367360" y="20078"/>
                  </a:lnTo>
                  <a:lnTo>
                    <a:pt x="366141" y="17119"/>
                  </a:lnTo>
                  <a:lnTo>
                    <a:pt x="360616" y="11684"/>
                  </a:lnTo>
                  <a:lnTo>
                    <a:pt x="353682" y="8877"/>
                  </a:lnTo>
                  <a:lnTo>
                    <a:pt x="346202" y="8877"/>
                  </a:lnTo>
                  <a:lnTo>
                    <a:pt x="339039" y="11849"/>
                  </a:lnTo>
                  <a:lnTo>
                    <a:pt x="333603" y="17373"/>
                  </a:lnTo>
                  <a:lnTo>
                    <a:pt x="330796" y="24307"/>
                  </a:lnTo>
                  <a:lnTo>
                    <a:pt x="330809" y="31788"/>
                  </a:lnTo>
                  <a:lnTo>
                    <a:pt x="333781" y="38938"/>
                  </a:lnTo>
                  <a:lnTo>
                    <a:pt x="335407" y="40551"/>
                  </a:lnTo>
                  <a:lnTo>
                    <a:pt x="324764" y="51358"/>
                  </a:lnTo>
                  <a:lnTo>
                    <a:pt x="323265" y="55054"/>
                  </a:lnTo>
                  <a:lnTo>
                    <a:pt x="314375" y="51447"/>
                  </a:lnTo>
                  <a:lnTo>
                    <a:pt x="301993" y="51460"/>
                  </a:lnTo>
                  <a:lnTo>
                    <a:pt x="290156" y="56375"/>
                  </a:lnTo>
                  <a:lnTo>
                    <a:pt x="281152" y="65506"/>
                  </a:lnTo>
                  <a:lnTo>
                    <a:pt x="276517" y="76987"/>
                  </a:lnTo>
                  <a:lnTo>
                    <a:pt x="276529" y="89369"/>
                  </a:lnTo>
                  <a:lnTo>
                    <a:pt x="279311" y="96088"/>
                  </a:lnTo>
                  <a:lnTo>
                    <a:pt x="272884" y="98755"/>
                  </a:lnTo>
                  <a:lnTo>
                    <a:pt x="267436" y="104279"/>
                  </a:lnTo>
                  <a:lnTo>
                    <a:pt x="266547" y="106476"/>
                  </a:lnTo>
                  <a:lnTo>
                    <a:pt x="264617" y="103593"/>
                  </a:lnTo>
                  <a:lnTo>
                    <a:pt x="256247" y="101968"/>
                  </a:lnTo>
                  <a:lnTo>
                    <a:pt x="243928" y="110274"/>
                  </a:lnTo>
                  <a:lnTo>
                    <a:pt x="242303" y="118643"/>
                  </a:lnTo>
                  <a:lnTo>
                    <a:pt x="250609" y="130975"/>
                  </a:lnTo>
                  <a:lnTo>
                    <a:pt x="258978" y="132588"/>
                  </a:lnTo>
                  <a:lnTo>
                    <a:pt x="268160" y="126403"/>
                  </a:lnTo>
                  <a:lnTo>
                    <a:pt x="273138" y="131292"/>
                  </a:lnTo>
                  <a:lnTo>
                    <a:pt x="280073" y="134099"/>
                  </a:lnTo>
                  <a:lnTo>
                    <a:pt x="287553" y="134086"/>
                  </a:lnTo>
                  <a:lnTo>
                    <a:pt x="294703" y="131114"/>
                  </a:lnTo>
                  <a:lnTo>
                    <a:pt x="300151" y="125590"/>
                  </a:lnTo>
                  <a:lnTo>
                    <a:pt x="302958" y="118656"/>
                  </a:lnTo>
                  <a:lnTo>
                    <a:pt x="302945" y="114846"/>
                  </a:lnTo>
                  <a:lnTo>
                    <a:pt x="314426" y="114833"/>
                  </a:lnTo>
                  <a:lnTo>
                    <a:pt x="326275" y="109918"/>
                  </a:lnTo>
                  <a:lnTo>
                    <a:pt x="331038" y="105079"/>
                  </a:lnTo>
                  <a:lnTo>
                    <a:pt x="337413" y="111353"/>
                  </a:lnTo>
                  <a:lnTo>
                    <a:pt x="352818" y="117576"/>
                  </a:lnTo>
                  <a:lnTo>
                    <a:pt x="369430" y="117576"/>
                  </a:lnTo>
                  <a:lnTo>
                    <a:pt x="385318" y="110959"/>
                  </a:lnTo>
                  <a:lnTo>
                    <a:pt x="397395" y="98704"/>
                  </a:lnTo>
                  <a:lnTo>
                    <a:pt x="403618" y="83299"/>
                  </a:lnTo>
                  <a:lnTo>
                    <a:pt x="403618" y="66687"/>
                  </a:lnTo>
                  <a:lnTo>
                    <a:pt x="402234" y="63385"/>
                  </a:lnTo>
                  <a:lnTo>
                    <a:pt x="403072" y="63385"/>
                  </a:lnTo>
                  <a:lnTo>
                    <a:pt x="414909" y="58458"/>
                  </a:lnTo>
                  <a:lnTo>
                    <a:pt x="423900" y="49326"/>
                  </a:lnTo>
                  <a:lnTo>
                    <a:pt x="428548" y="37858"/>
                  </a:lnTo>
                  <a:close/>
                </a:path>
                <a:path w="467360" h="134620">
                  <a:moveTo>
                    <a:pt x="467067" y="31635"/>
                  </a:moveTo>
                  <a:lnTo>
                    <a:pt x="462915" y="25476"/>
                  </a:lnTo>
                  <a:lnTo>
                    <a:pt x="458762" y="19316"/>
                  </a:lnTo>
                  <a:lnTo>
                    <a:pt x="450392" y="17691"/>
                  </a:lnTo>
                  <a:lnTo>
                    <a:pt x="438073" y="26009"/>
                  </a:lnTo>
                  <a:lnTo>
                    <a:pt x="436448" y="34366"/>
                  </a:lnTo>
                  <a:lnTo>
                    <a:pt x="444754" y="46697"/>
                  </a:lnTo>
                  <a:lnTo>
                    <a:pt x="453123" y="48323"/>
                  </a:lnTo>
                  <a:lnTo>
                    <a:pt x="465442" y="40005"/>
                  </a:lnTo>
                  <a:lnTo>
                    <a:pt x="467067" y="3163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762293" y="7339349"/>
              <a:ext cx="264795" cy="331470"/>
            </a:xfrm>
            <a:custGeom>
              <a:avLst/>
              <a:gdLst/>
              <a:ahLst/>
              <a:cxnLst/>
              <a:rect l="l" t="t" r="r" b="b"/>
              <a:pathLst>
                <a:path w="264794" h="331470">
                  <a:moveTo>
                    <a:pt x="264760" y="331035"/>
                  </a:moveTo>
                  <a:lnTo>
                    <a:pt x="132380" y="331035"/>
                  </a:lnTo>
                  <a:lnTo>
                    <a:pt x="0" y="331035"/>
                  </a:lnTo>
                  <a:lnTo>
                    <a:pt x="40860" y="236471"/>
                  </a:lnTo>
                  <a:lnTo>
                    <a:pt x="58303" y="127437"/>
                  </a:lnTo>
                  <a:lnTo>
                    <a:pt x="61813" y="37444"/>
                  </a:lnTo>
                  <a:lnTo>
                    <a:pt x="60876" y="0"/>
                  </a:lnTo>
                  <a:lnTo>
                    <a:pt x="203884" y="0"/>
                  </a:lnTo>
                  <a:lnTo>
                    <a:pt x="202946" y="37444"/>
                  </a:lnTo>
                  <a:lnTo>
                    <a:pt x="206455" y="127437"/>
                  </a:lnTo>
                  <a:lnTo>
                    <a:pt x="223898" y="236471"/>
                  </a:lnTo>
                  <a:lnTo>
                    <a:pt x="264760" y="331035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537512" y="7311178"/>
              <a:ext cx="288925" cy="359410"/>
            </a:xfrm>
            <a:custGeom>
              <a:avLst/>
              <a:gdLst/>
              <a:ahLst/>
              <a:cxnLst/>
              <a:rect l="l" t="t" r="r" b="b"/>
              <a:pathLst>
                <a:path w="288925" h="359409">
                  <a:moveTo>
                    <a:pt x="288865" y="359206"/>
                  </a:moveTo>
                  <a:lnTo>
                    <a:pt x="144429" y="359206"/>
                  </a:lnTo>
                  <a:lnTo>
                    <a:pt x="0" y="359206"/>
                  </a:lnTo>
                  <a:lnTo>
                    <a:pt x="44579" y="256340"/>
                  </a:lnTo>
                  <a:lnTo>
                    <a:pt x="63609" y="138056"/>
                  </a:lnTo>
                  <a:lnTo>
                    <a:pt x="67438" y="40545"/>
                  </a:lnTo>
                  <a:lnTo>
                    <a:pt x="66414" y="0"/>
                  </a:lnTo>
                  <a:lnTo>
                    <a:pt x="222450" y="0"/>
                  </a:lnTo>
                  <a:lnTo>
                    <a:pt x="221426" y="40545"/>
                  </a:lnTo>
                  <a:lnTo>
                    <a:pt x="225254" y="138056"/>
                  </a:lnTo>
                  <a:lnTo>
                    <a:pt x="244283" y="256340"/>
                  </a:lnTo>
                  <a:lnTo>
                    <a:pt x="288865" y="359206"/>
                  </a:lnTo>
                  <a:close/>
                </a:path>
              </a:pathLst>
            </a:custGeom>
            <a:solidFill>
              <a:srgbClr val="4448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654935" y="6978624"/>
              <a:ext cx="469265" cy="297180"/>
            </a:xfrm>
            <a:custGeom>
              <a:avLst/>
              <a:gdLst/>
              <a:ahLst/>
              <a:cxnLst/>
              <a:rect l="l" t="t" r="r" b="b"/>
              <a:pathLst>
                <a:path w="469264" h="297179">
                  <a:moveTo>
                    <a:pt x="135483" y="260261"/>
                  </a:moveTo>
                  <a:lnTo>
                    <a:pt x="131114" y="255892"/>
                  </a:lnTo>
                  <a:lnTo>
                    <a:pt x="120332" y="255892"/>
                  </a:lnTo>
                  <a:lnTo>
                    <a:pt x="115963" y="260261"/>
                  </a:lnTo>
                  <a:lnTo>
                    <a:pt x="115963" y="271043"/>
                  </a:lnTo>
                  <a:lnTo>
                    <a:pt x="120332" y="275412"/>
                  </a:lnTo>
                  <a:lnTo>
                    <a:pt x="131114" y="275412"/>
                  </a:lnTo>
                  <a:lnTo>
                    <a:pt x="135483" y="271043"/>
                  </a:lnTo>
                  <a:lnTo>
                    <a:pt x="135483" y="265645"/>
                  </a:lnTo>
                  <a:lnTo>
                    <a:pt x="135483" y="260261"/>
                  </a:lnTo>
                  <a:close/>
                </a:path>
                <a:path w="469264" h="297179">
                  <a:moveTo>
                    <a:pt x="183616" y="126199"/>
                  </a:moveTo>
                  <a:lnTo>
                    <a:pt x="182067" y="118529"/>
                  </a:lnTo>
                  <a:lnTo>
                    <a:pt x="177838" y="112268"/>
                  </a:lnTo>
                  <a:lnTo>
                    <a:pt x="171577" y="108038"/>
                  </a:lnTo>
                  <a:lnTo>
                    <a:pt x="169926" y="107708"/>
                  </a:lnTo>
                  <a:lnTo>
                    <a:pt x="171958" y="97650"/>
                  </a:lnTo>
                  <a:lnTo>
                    <a:pt x="169100" y="83439"/>
                  </a:lnTo>
                  <a:lnTo>
                    <a:pt x="161277" y="71843"/>
                  </a:lnTo>
                  <a:lnTo>
                    <a:pt x="149682" y="64020"/>
                  </a:lnTo>
                  <a:lnTo>
                    <a:pt x="145694" y="63220"/>
                  </a:lnTo>
                  <a:lnTo>
                    <a:pt x="145694" y="133680"/>
                  </a:lnTo>
                  <a:lnTo>
                    <a:pt x="143840" y="132435"/>
                  </a:lnTo>
                  <a:lnTo>
                    <a:pt x="145376" y="132130"/>
                  </a:lnTo>
                  <a:lnTo>
                    <a:pt x="145694" y="133680"/>
                  </a:lnTo>
                  <a:lnTo>
                    <a:pt x="145694" y="63220"/>
                  </a:lnTo>
                  <a:lnTo>
                    <a:pt x="101866" y="83439"/>
                  </a:lnTo>
                  <a:lnTo>
                    <a:pt x="99390" y="95719"/>
                  </a:lnTo>
                  <a:lnTo>
                    <a:pt x="92659" y="91173"/>
                  </a:lnTo>
                  <a:lnTo>
                    <a:pt x="74853" y="87579"/>
                  </a:lnTo>
                  <a:lnTo>
                    <a:pt x="57035" y="91173"/>
                  </a:lnTo>
                  <a:lnTo>
                    <a:pt x="42494" y="100977"/>
                  </a:lnTo>
                  <a:lnTo>
                    <a:pt x="38125" y="107454"/>
                  </a:lnTo>
                  <a:lnTo>
                    <a:pt x="38125" y="191427"/>
                  </a:lnTo>
                  <a:lnTo>
                    <a:pt x="38125" y="107454"/>
                  </a:lnTo>
                  <a:lnTo>
                    <a:pt x="32677" y="115531"/>
                  </a:lnTo>
                  <a:lnTo>
                    <a:pt x="29083" y="133337"/>
                  </a:lnTo>
                  <a:lnTo>
                    <a:pt x="30708" y="141414"/>
                  </a:lnTo>
                  <a:lnTo>
                    <a:pt x="29159" y="141097"/>
                  </a:lnTo>
                  <a:lnTo>
                    <a:pt x="19011" y="143154"/>
                  </a:lnTo>
                  <a:lnTo>
                    <a:pt x="10731" y="148742"/>
                  </a:lnTo>
                  <a:lnTo>
                    <a:pt x="5143" y="157022"/>
                  </a:lnTo>
                  <a:lnTo>
                    <a:pt x="3098" y="167170"/>
                  </a:lnTo>
                  <a:lnTo>
                    <a:pt x="5143" y="177317"/>
                  </a:lnTo>
                  <a:lnTo>
                    <a:pt x="10731" y="185597"/>
                  </a:lnTo>
                  <a:lnTo>
                    <a:pt x="19011" y="191185"/>
                  </a:lnTo>
                  <a:lnTo>
                    <a:pt x="20205" y="191427"/>
                  </a:lnTo>
                  <a:lnTo>
                    <a:pt x="17805" y="191909"/>
                  </a:lnTo>
                  <a:lnTo>
                    <a:pt x="8534" y="198170"/>
                  </a:lnTo>
                  <a:lnTo>
                    <a:pt x="2286" y="207429"/>
                  </a:lnTo>
                  <a:lnTo>
                    <a:pt x="0" y="218782"/>
                  </a:lnTo>
                  <a:lnTo>
                    <a:pt x="2286" y="230136"/>
                  </a:lnTo>
                  <a:lnTo>
                    <a:pt x="8534" y="239407"/>
                  </a:lnTo>
                  <a:lnTo>
                    <a:pt x="17805" y="245656"/>
                  </a:lnTo>
                  <a:lnTo>
                    <a:pt x="29159" y="247954"/>
                  </a:lnTo>
                  <a:lnTo>
                    <a:pt x="40513" y="245656"/>
                  </a:lnTo>
                  <a:lnTo>
                    <a:pt x="42087" y="244602"/>
                  </a:lnTo>
                  <a:lnTo>
                    <a:pt x="44386" y="247992"/>
                  </a:lnTo>
                  <a:lnTo>
                    <a:pt x="50647" y="252209"/>
                  </a:lnTo>
                  <a:lnTo>
                    <a:pt x="58318" y="253758"/>
                  </a:lnTo>
                  <a:lnTo>
                    <a:pt x="65989" y="252209"/>
                  </a:lnTo>
                  <a:lnTo>
                    <a:pt x="72263" y="247992"/>
                  </a:lnTo>
                  <a:lnTo>
                    <a:pt x="76479" y="241731"/>
                  </a:lnTo>
                  <a:lnTo>
                    <a:pt x="78028" y="234061"/>
                  </a:lnTo>
                  <a:lnTo>
                    <a:pt x="76479" y="226390"/>
                  </a:lnTo>
                  <a:lnTo>
                    <a:pt x="75844" y="225475"/>
                  </a:lnTo>
                  <a:lnTo>
                    <a:pt x="89382" y="222732"/>
                  </a:lnTo>
                  <a:lnTo>
                    <a:pt x="101257" y="214731"/>
                  </a:lnTo>
                  <a:lnTo>
                    <a:pt x="109258" y="202857"/>
                  </a:lnTo>
                  <a:lnTo>
                    <a:pt x="112179" y="188328"/>
                  </a:lnTo>
                  <a:lnTo>
                    <a:pt x="113030" y="188887"/>
                  </a:lnTo>
                  <a:lnTo>
                    <a:pt x="125730" y="191452"/>
                  </a:lnTo>
                  <a:lnTo>
                    <a:pt x="138430" y="188887"/>
                  </a:lnTo>
                  <a:lnTo>
                    <a:pt x="148793" y="181889"/>
                  </a:lnTo>
                  <a:lnTo>
                    <a:pt x="155790" y="171526"/>
                  </a:lnTo>
                  <a:lnTo>
                    <a:pt x="158356" y="158826"/>
                  </a:lnTo>
                  <a:lnTo>
                    <a:pt x="155790" y="146126"/>
                  </a:lnTo>
                  <a:lnTo>
                    <a:pt x="153225" y="142341"/>
                  </a:lnTo>
                  <a:lnTo>
                    <a:pt x="156235" y="144360"/>
                  </a:lnTo>
                  <a:lnTo>
                    <a:pt x="163906" y="145910"/>
                  </a:lnTo>
                  <a:lnTo>
                    <a:pt x="171577" y="144360"/>
                  </a:lnTo>
                  <a:lnTo>
                    <a:pt x="177838" y="140131"/>
                  </a:lnTo>
                  <a:lnTo>
                    <a:pt x="182067" y="133870"/>
                  </a:lnTo>
                  <a:lnTo>
                    <a:pt x="183616" y="126199"/>
                  </a:lnTo>
                  <a:close/>
                </a:path>
                <a:path w="469264" h="297179">
                  <a:moveTo>
                    <a:pt x="317576" y="65773"/>
                  </a:moveTo>
                  <a:lnTo>
                    <a:pt x="315556" y="55740"/>
                  </a:lnTo>
                  <a:lnTo>
                    <a:pt x="310032" y="47536"/>
                  </a:lnTo>
                  <a:lnTo>
                    <a:pt x="301828" y="42011"/>
                  </a:lnTo>
                  <a:lnTo>
                    <a:pt x="291795" y="39992"/>
                  </a:lnTo>
                  <a:lnTo>
                    <a:pt x="289471" y="40462"/>
                  </a:lnTo>
                  <a:lnTo>
                    <a:pt x="289128" y="38760"/>
                  </a:lnTo>
                  <a:lnTo>
                    <a:pt x="281876" y="28003"/>
                  </a:lnTo>
                  <a:lnTo>
                    <a:pt x="271106" y="20751"/>
                  </a:lnTo>
                  <a:lnTo>
                    <a:pt x="257924" y="18084"/>
                  </a:lnTo>
                  <a:lnTo>
                    <a:pt x="244741" y="20751"/>
                  </a:lnTo>
                  <a:lnTo>
                    <a:pt x="233984" y="28003"/>
                  </a:lnTo>
                  <a:lnTo>
                    <a:pt x="228942" y="35458"/>
                  </a:lnTo>
                  <a:lnTo>
                    <a:pt x="225894" y="30911"/>
                  </a:lnTo>
                  <a:lnTo>
                    <a:pt x="219405" y="26543"/>
                  </a:lnTo>
                  <a:lnTo>
                    <a:pt x="211455" y="24930"/>
                  </a:lnTo>
                  <a:lnTo>
                    <a:pt x="203504" y="26543"/>
                  </a:lnTo>
                  <a:lnTo>
                    <a:pt x="197015" y="30911"/>
                  </a:lnTo>
                  <a:lnTo>
                    <a:pt x="192633" y="37401"/>
                  </a:lnTo>
                  <a:lnTo>
                    <a:pt x="191033" y="45351"/>
                  </a:lnTo>
                  <a:lnTo>
                    <a:pt x="192633" y="53301"/>
                  </a:lnTo>
                  <a:lnTo>
                    <a:pt x="197015" y="59791"/>
                  </a:lnTo>
                  <a:lnTo>
                    <a:pt x="203504" y="64173"/>
                  </a:lnTo>
                  <a:lnTo>
                    <a:pt x="211455" y="65773"/>
                  </a:lnTo>
                  <a:lnTo>
                    <a:pt x="219405" y="64173"/>
                  </a:lnTo>
                  <a:lnTo>
                    <a:pt x="225666" y="59944"/>
                  </a:lnTo>
                  <a:lnTo>
                    <a:pt x="226720" y="65125"/>
                  </a:lnTo>
                  <a:lnTo>
                    <a:pt x="233984" y="75895"/>
                  </a:lnTo>
                  <a:lnTo>
                    <a:pt x="244741" y="83146"/>
                  </a:lnTo>
                  <a:lnTo>
                    <a:pt x="249834" y="84188"/>
                  </a:lnTo>
                  <a:lnTo>
                    <a:pt x="248551" y="90551"/>
                  </a:lnTo>
                  <a:lnTo>
                    <a:pt x="250075" y="98107"/>
                  </a:lnTo>
                  <a:lnTo>
                    <a:pt x="254228" y="104267"/>
                  </a:lnTo>
                  <a:lnTo>
                    <a:pt x="260400" y="108432"/>
                  </a:lnTo>
                  <a:lnTo>
                    <a:pt x="267944" y="109956"/>
                  </a:lnTo>
                  <a:lnTo>
                    <a:pt x="275501" y="108432"/>
                  </a:lnTo>
                  <a:lnTo>
                    <a:pt x="281673" y="104267"/>
                  </a:lnTo>
                  <a:lnTo>
                    <a:pt x="285826" y="98107"/>
                  </a:lnTo>
                  <a:lnTo>
                    <a:pt x="287337" y="90678"/>
                  </a:lnTo>
                  <a:lnTo>
                    <a:pt x="291795" y="91567"/>
                  </a:lnTo>
                  <a:lnTo>
                    <a:pt x="301828" y="89535"/>
                  </a:lnTo>
                  <a:lnTo>
                    <a:pt x="310032" y="84010"/>
                  </a:lnTo>
                  <a:lnTo>
                    <a:pt x="315556" y="75819"/>
                  </a:lnTo>
                  <a:lnTo>
                    <a:pt x="317576" y="65773"/>
                  </a:lnTo>
                  <a:close/>
                </a:path>
                <a:path w="469264" h="297179">
                  <a:moveTo>
                    <a:pt x="324192" y="5346"/>
                  </a:moveTo>
                  <a:lnTo>
                    <a:pt x="318846" y="0"/>
                  </a:lnTo>
                  <a:lnTo>
                    <a:pt x="305650" y="0"/>
                  </a:lnTo>
                  <a:lnTo>
                    <a:pt x="300304" y="5346"/>
                  </a:lnTo>
                  <a:lnTo>
                    <a:pt x="300304" y="18542"/>
                  </a:lnTo>
                  <a:lnTo>
                    <a:pt x="305650" y="23888"/>
                  </a:lnTo>
                  <a:lnTo>
                    <a:pt x="318846" y="23888"/>
                  </a:lnTo>
                  <a:lnTo>
                    <a:pt x="324192" y="18542"/>
                  </a:lnTo>
                  <a:lnTo>
                    <a:pt x="324192" y="11950"/>
                  </a:lnTo>
                  <a:lnTo>
                    <a:pt x="324192" y="5346"/>
                  </a:lnTo>
                  <a:close/>
                </a:path>
                <a:path w="469264" h="297179">
                  <a:moveTo>
                    <a:pt x="415239" y="271716"/>
                  </a:moveTo>
                  <a:lnTo>
                    <a:pt x="408076" y="264553"/>
                  </a:lnTo>
                  <a:lnTo>
                    <a:pt x="390398" y="264553"/>
                  </a:lnTo>
                  <a:lnTo>
                    <a:pt x="383235" y="271716"/>
                  </a:lnTo>
                  <a:lnTo>
                    <a:pt x="383235" y="289394"/>
                  </a:lnTo>
                  <a:lnTo>
                    <a:pt x="390398" y="296557"/>
                  </a:lnTo>
                  <a:lnTo>
                    <a:pt x="408076" y="296557"/>
                  </a:lnTo>
                  <a:lnTo>
                    <a:pt x="415239" y="289394"/>
                  </a:lnTo>
                  <a:lnTo>
                    <a:pt x="415239" y="280555"/>
                  </a:lnTo>
                  <a:lnTo>
                    <a:pt x="415239" y="271716"/>
                  </a:lnTo>
                  <a:close/>
                </a:path>
                <a:path w="469264" h="297179">
                  <a:moveTo>
                    <a:pt x="468985" y="256438"/>
                  </a:moveTo>
                  <a:lnTo>
                    <a:pt x="466166" y="253619"/>
                  </a:lnTo>
                  <a:lnTo>
                    <a:pt x="459193" y="253619"/>
                  </a:lnTo>
                  <a:lnTo>
                    <a:pt x="456374" y="256438"/>
                  </a:lnTo>
                  <a:lnTo>
                    <a:pt x="456374" y="259918"/>
                  </a:lnTo>
                  <a:lnTo>
                    <a:pt x="456374" y="263398"/>
                  </a:lnTo>
                  <a:lnTo>
                    <a:pt x="459193" y="266230"/>
                  </a:lnTo>
                  <a:lnTo>
                    <a:pt x="466166" y="266230"/>
                  </a:lnTo>
                  <a:lnTo>
                    <a:pt x="468985" y="263398"/>
                  </a:lnTo>
                  <a:lnTo>
                    <a:pt x="468985" y="256438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50149" y="5389157"/>
              <a:ext cx="952574" cy="722630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6857999" y="5473002"/>
              <a:ext cx="495934" cy="433070"/>
            </a:xfrm>
            <a:custGeom>
              <a:avLst/>
              <a:gdLst/>
              <a:ahLst/>
              <a:cxnLst/>
              <a:rect l="l" t="t" r="r" b="b"/>
              <a:pathLst>
                <a:path w="495935" h="433070">
                  <a:moveTo>
                    <a:pt x="119591" y="95185"/>
                  </a:moveTo>
                  <a:lnTo>
                    <a:pt x="103841" y="91791"/>
                  </a:lnTo>
                  <a:lnTo>
                    <a:pt x="90608" y="82676"/>
                  </a:lnTo>
                  <a:lnTo>
                    <a:pt x="81494" y="69444"/>
                  </a:lnTo>
                  <a:lnTo>
                    <a:pt x="78100" y="53694"/>
                  </a:lnTo>
                  <a:lnTo>
                    <a:pt x="78100" y="41491"/>
                  </a:lnTo>
                  <a:lnTo>
                    <a:pt x="81494" y="24711"/>
                  </a:lnTo>
                  <a:lnTo>
                    <a:pt x="90608" y="11593"/>
                  </a:lnTo>
                  <a:lnTo>
                    <a:pt x="103841" y="3050"/>
                  </a:lnTo>
                  <a:lnTo>
                    <a:pt x="119591" y="0"/>
                  </a:lnTo>
                  <a:lnTo>
                    <a:pt x="135341" y="3050"/>
                  </a:lnTo>
                  <a:lnTo>
                    <a:pt x="148574" y="11593"/>
                  </a:lnTo>
                  <a:lnTo>
                    <a:pt x="157688" y="24711"/>
                  </a:lnTo>
                  <a:lnTo>
                    <a:pt x="161082" y="41491"/>
                  </a:lnTo>
                  <a:lnTo>
                    <a:pt x="161082" y="53694"/>
                  </a:lnTo>
                  <a:lnTo>
                    <a:pt x="157688" y="69444"/>
                  </a:lnTo>
                  <a:lnTo>
                    <a:pt x="148574" y="82676"/>
                  </a:lnTo>
                  <a:lnTo>
                    <a:pt x="135341" y="91791"/>
                  </a:lnTo>
                  <a:lnTo>
                    <a:pt x="119591" y="95185"/>
                  </a:lnTo>
                  <a:close/>
                </a:path>
                <a:path w="495935" h="433070">
                  <a:moveTo>
                    <a:pt x="19525" y="270911"/>
                  </a:moveTo>
                  <a:lnTo>
                    <a:pt x="2440" y="270911"/>
                  </a:lnTo>
                  <a:lnTo>
                    <a:pt x="2440" y="268471"/>
                  </a:lnTo>
                  <a:lnTo>
                    <a:pt x="0" y="266030"/>
                  </a:lnTo>
                  <a:lnTo>
                    <a:pt x="0" y="263589"/>
                  </a:lnTo>
                  <a:lnTo>
                    <a:pt x="2440" y="261149"/>
                  </a:lnTo>
                  <a:lnTo>
                    <a:pt x="39050" y="175726"/>
                  </a:lnTo>
                  <a:lnTo>
                    <a:pt x="60291" y="127981"/>
                  </a:lnTo>
                  <a:lnTo>
                    <a:pt x="102506" y="107388"/>
                  </a:lnTo>
                  <a:lnTo>
                    <a:pt x="136675" y="107388"/>
                  </a:lnTo>
                  <a:lnTo>
                    <a:pt x="178891" y="127981"/>
                  </a:lnTo>
                  <a:lnTo>
                    <a:pt x="200132" y="175726"/>
                  </a:lnTo>
                  <a:lnTo>
                    <a:pt x="203270" y="183048"/>
                  </a:lnTo>
                  <a:lnTo>
                    <a:pt x="75659" y="183048"/>
                  </a:lnTo>
                  <a:lnTo>
                    <a:pt x="75659" y="185488"/>
                  </a:lnTo>
                  <a:lnTo>
                    <a:pt x="46372" y="253827"/>
                  </a:lnTo>
                  <a:lnTo>
                    <a:pt x="41834" y="260615"/>
                  </a:lnTo>
                  <a:lnTo>
                    <a:pt x="35694" y="266030"/>
                  </a:lnTo>
                  <a:lnTo>
                    <a:pt x="28181" y="269615"/>
                  </a:lnTo>
                  <a:lnTo>
                    <a:pt x="19525" y="270911"/>
                  </a:lnTo>
                  <a:close/>
                </a:path>
                <a:path w="495935" h="433070">
                  <a:moveTo>
                    <a:pt x="77693" y="432852"/>
                  </a:moveTo>
                  <a:lnTo>
                    <a:pt x="56134" y="432852"/>
                  </a:lnTo>
                  <a:lnTo>
                    <a:pt x="56134" y="431994"/>
                  </a:lnTo>
                  <a:lnTo>
                    <a:pt x="53694" y="431994"/>
                  </a:lnTo>
                  <a:lnTo>
                    <a:pt x="53694" y="429553"/>
                  </a:lnTo>
                  <a:lnTo>
                    <a:pt x="51253" y="429553"/>
                  </a:lnTo>
                  <a:lnTo>
                    <a:pt x="51253" y="427113"/>
                  </a:lnTo>
                  <a:lnTo>
                    <a:pt x="65897" y="270911"/>
                  </a:lnTo>
                  <a:lnTo>
                    <a:pt x="78100" y="185488"/>
                  </a:lnTo>
                  <a:lnTo>
                    <a:pt x="75659" y="183048"/>
                  </a:lnTo>
                  <a:lnTo>
                    <a:pt x="163523" y="183048"/>
                  </a:lnTo>
                  <a:lnTo>
                    <a:pt x="161082" y="185488"/>
                  </a:lnTo>
                  <a:lnTo>
                    <a:pt x="173285" y="270911"/>
                  </a:lnTo>
                  <a:lnTo>
                    <a:pt x="173972" y="278233"/>
                  </a:lnTo>
                  <a:lnTo>
                    <a:pt x="117150" y="278233"/>
                  </a:lnTo>
                  <a:lnTo>
                    <a:pt x="95185" y="410028"/>
                  </a:lnTo>
                  <a:lnTo>
                    <a:pt x="93049" y="420019"/>
                  </a:lnTo>
                  <a:lnTo>
                    <a:pt x="87253" y="427723"/>
                  </a:lnTo>
                  <a:lnTo>
                    <a:pt x="78710" y="432680"/>
                  </a:lnTo>
                  <a:lnTo>
                    <a:pt x="77693" y="432852"/>
                  </a:lnTo>
                  <a:close/>
                </a:path>
                <a:path w="495935" h="433070">
                  <a:moveTo>
                    <a:pt x="236742" y="270911"/>
                  </a:moveTo>
                  <a:lnTo>
                    <a:pt x="219658" y="270911"/>
                  </a:lnTo>
                  <a:lnTo>
                    <a:pt x="211001" y="269615"/>
                  </a:lnTo>
                  <a:lnTo>
                    <a:pt x="203488" y="266030"/>
                  </a:lnTo>
                  <a:lnTo>
                    <a:pt x="197348" y="260615"/>
                  </a:lnTo>
                  <a:lnTo>
                    <a:pt x="192810" y="253827"/>
                  </a:lnTo>
                  <a:lnTo>
                    <a:pt x="163523" y="185488"/>
                  </a:lnTo>
                  <a:lnTo>
                    <a:pt x="163523" y="183048"/>
                  </a:lnTo>
                  <a:lnTo>
                    <a:pt x="203270" y="183048"/>
                  </a:lnTo>
                  <a:lnTo>
                    <a:pt x="236742" y="261149"/>
                  </a:lnTo>
                  <a:lnTo>
                    <a:pt x="239183" y="263589"/>
                  </a:lnTo>
                  <a:lnTo>
                    <a:pt x="239183" y="266030"/>
                  </a:lnTo>
                  <a:lnTo>
                    <a:pt x="236742" y="268471"/>
                  </a:lnTo>
                  <a:lnTo>
                    <a:pt x="236742" y="270911"/>
                  </a:lnTo>
                  <a:close/>
                </a:path>
                <a:path w="495935" h="433070">
                  <a:moveTo>
                    <a:pt x="183048" y="432852"/>
                  </a:moveTo>
                  <a:lnTo>
                    <a:pt x="161489" y="432852"/>
                  </a:lnTo>
                  <a:lnTo>
                    <a:pt x="160472" y="432680"/>
                  </a:lnTo>
                  <a:lnTo>
                    <a:pt x="151930" y="427723"/>
                  </a:lnTo>
                  <a:lnTo>
                    <a:pt x="146133" y="420019"/>
                  </a:lnTo>
                  <a:lnTo>
                    <a:pt x="143997" y="410028"/>
                  </a:lnTo>
                  <a:lnTo>
                    <a:pt x="122032" y="278233"/>
                  </a:lnTo>
                  <a:lnTo>
                    <a:pt x="173972" y="278233"/>
                  </a:lnTo>
                  <a:lnTo>
                    <a:pt x="187929" y="427113"/>
                  </a:lnTo>
                  <a:lnTo>
                    <a:pt x="187929" y="429553"/>
                  </a:lnTo>
                  <a:lnTo>
                    <a:pt x="185489" y="429553"/>
                  </a:lnTo>
                  <a:lnTo>
                    <a:pt x="185489" y="431994"/>
                  </a:lnTo>
                  <a:lnTo>
                    <a:pt x="183048" y="431994"/>
                  </a:lnTo>
                  <a:lnTo>
                    <a:pt x="183048" y="432852"/>
                  </a:lnTo>
                  <a:close/>
                </a:path>
                <a:path w="495935" h="433070">
                  <a:moveTo>
                    <a:pt x="375859" y="95185"/>
                  </a:moveTo>
                  <a:lnTo>
                    <a:pt x="360109" y="91791"/>
                  </a:lnTo>
                  <a:lnTo>
                    <a:pt x="346876" y="82676"/>
                  </a:lnTo>
                  <a:lnTo>
                    <a:pt x="337762" y="69444"/>
                  </a:lnTo>
                  <a:lnTo>
                    <a:pt x="334368" y="53694"/>
                  </a:lnTo>
                  <a:lnTo>
                    <a:pt x="334368" y="41491"/>
                  </a:lnTo>
                  <a:lnTo>
                    <a:pt x="337762" y="24711"/>
                  </a:lnTo>
                  <a:lnTo>
                    <a:pt x="346876" y="11593"/>
                  </a:lnTo>
                  <a:lnTo>
                    <a:pt x="360109" y="3050"/>
                  </a:lnTo>
                  <a:lnTo>
                    <a:pt x="375859" y="0"/>
                  </a:lnTo>
                  <a:lnTo>
                    <a:pt x="391609" y="3050"/>
                  </a:lnTo>
                  <a:lnTo>
                    <a:pt x="404842" y="11593"/>
                  </a:lnTo>
                  <a:lnTo>
                    <a:pt x="413956" y="24711"/>
                  </a:lnTo>
                  <a:lnTo>
                    <a:pt x="417350" y="41491"/>
                  </a:lnTo>
                  <a:lnTo>
                    <a:pt x="417350" y="53694"/>
                  </a:lnTo>
                  <a:lnTo>
                    <a:pt x="413956" y="69444"/>
                  </a:lnTo>
                  <a:lnTo>
                    <a:pt x="404842" y="82676"/>
                  </a:lnTo>
                  <a:lnTo>
                    <a:pt x="391609" y="91791"/>
                  </a:lnTo>
                  <a:lnTo>
                    <a:pt x="375859" y="95185"/>
                  </a:lnTo>
                  <a:close/>
                </a:path>
                <a:path w="495935" h="433070">
                  <a:moveTo>
                    <a:pt x="275793" y="270911"/>
                  </a:moveTo>
                  <a:lnTo>
                    <a:pt x="258708" y="270911"/>
                  </a:lnTo>
                  <a:lnTo>
                    <a:pt x="258708" y="268471"/>
                  </a:lnTo>
                  <a:lnTo>
                    <a:pt x="256268" y="266030"/>
                  </a:lnTo>
                  <a:lnTo>
                    <a:pt x="256267" y="263589"/>
                  </a:lnTo>
                  <a:lnTo>
                    <a:pt x="258708" y="261149"/>
                  </a:lnTo>
                  <a:lnTo>
                    <a:pt x="295318" y="175726"/>
                  </a:lnTo>
                  <a:lnTo>
                    <a:pt x="316559" y="127981"/>
                  </a:lnTo>
                  <a:lnTo>
                    <a:pt x="358775" y="107388"/>
                  </a:lnTo>
                  <a:lnTo>
                    <a:pt x="392943" y="107388"/>
                  </a:lnTo>
                  <a:lnTo>
                    <a:pt x="435159" y="127981"/>
                  </a:lnTo>
                  <a:lnTo>
                    <a:pt x="456400" y="175726"/>
                  </a:lnTo>
                  <a:lnTo>
                    <a:pt x="459538" y="183048"/>
                  </a:lnTo>
                  <a:lnTo>
                    <a:pt x="331928" y="183048"/>
                  </a:lnTo>
                  <a:lnTo>
                    <a:pt x="331928" y="185488"/>
                  </a:lnTo>
                  <a:lnTo>
                    <a:pt x="302640" y="253827"/>
                  </a:lnTo>
                  <a:lnTo>
                    <a:pt x="298102" y="260615"/>
                  </a:lnTo>
                  <a:lnTo>
                    <a:pt x="291962" y="266030"/>
                  </a:lnTo>
                  <a:lnTo>
                    <a:pt x="284449" y="269615"/>
                  </a:lnTo>
                  <a:lnTo>
                    <a:pt x="275793" y="270911"/>
                  </a:lnTo>
                  <a:close/>
                </a:path>
                <a:path w="495935" h="433070">
                  <a:moveTo>
                    <a:pt x="333961" y="432852"/>
                  </a:moveTo>
                  <a:lnTo>
                    <a:pt x="312402" y="432852"/>
                  </a:lnTo>
                  <a:lnTo>
                    <a:pt x="312402" y="431994"/>
                  </a:lnTo>
                  <a:lnTo>
                    <a:pt x="309962" y="431994"/>
                  </a:lnTo>
                  <a:lnTo>
                    <a:pt x="309962" y="429553"/>
                  </a:lnTo>
                  <a:lnTo>
                    <a:pt x="307521" y="429553"/>
                  </a:lnTo>
                  <a:lnTo>
                    <a:pt x="307521" y="427113"/>
                  </a:lnTo>
                  <a:lnTo>
                    <a:pt x="322165" y="270911"/>
                  </a:lnTo>
                  <a:lnTo>
                    <a:pt x="334368" y="185488"/>
                  </a:lnTo>
                  <a:lnTo>
                    <a:pt x="331928" y="183048"/>
                  </a:lnTo>
                  <a:lnTo>
                    <a:pt x="419790" y="183048"/>
                  </a:lnTo>
                  <a:lnTo>
                    <a:pt x="417350" y="185488"/>
                  </a:lnTo>
                  <a:lnTo>
                    <a:pt x="429553" y="270911"/>
                  </a:lnTo>
                  <a:lnTo>
                    <a:pt x="430240" y="278233"/>
                  </a:lnTo>
                  <a:lnTo>
                    <a:pt x="373418" y="278233"/>
                  </a:lnTo>
                  <a:lnTo>
                    <a:pt x="351453" y="410028"/>
                  </a:lnTo>
                  <a:lnTo>
                    <a:pt x="349317" y="420019"/>
                  </a:lnTo>
                  <a:lnTo>
                    <a:pt x="343520" y="427723"/>
                  </a:lnTo>
                  <a:lnTo>
                    <a:pt x="334978" y="432680"/>
                  </a:lnTo>
                  <a:lnTo>
                    <a:pt x="333961" y="432852"/>
                  </a:lnTo>
                  <a:close/>
                </a:path>
                <a:path w="495935" h="433070">
                  <a:moveTo>
                    <a:pt x="493010" y="270911"/>
                  </a:moveTo>
                  <a:lnTo>
                    <a:pt x="475926" y="270911"/>
                  </a:lnTo>
                  <a:lnTo>
                    <a:pt x="467269" y="269615"/>
                  </a:lnTo>
                  <a:lnTo>
                    <a:pt x="459756" y="266030"/>
                  </a:lnTo>
                  <a:lnTo>
                    <a:pt x="453616" y="260615"/>
                  </a:lnTo>
                  <a:lnTo>
                    <a:pt x="449078" y="253827"/>
                  </a:lnTo>
                  <a:lnTo>
                    <a:pt x="419790" y="185488"/>
                  </a:lnTo>
                  <a:lnTo>
                    <a:pt x="419790" y="183048"/>
                  </a:lnTo>
                  <a:lnTo>
                    <a:pt x="459538" y="183048"/>
                  </a:lnTo>
                  <a:lnTo>
                    <a:pt x="493010" y="261149"/>
                  </a:lnTo>
                  <a:lnTo>
                    <a:pt x="495451" y="263589"/>
                  </a:lnTo>
                  <a:lnTo>
                    <a:pt x="495450" y="266030"/>
                  </a:lnTo>
                  <a:lnTo>
                    <a:pt x="493010" y="268471"/>
                  </a:lnTo>
                  <a:lnTo>
                    <a:pt x="493010" y="270911"/>
                  </a:lnTo>
                  <a:close/>
                </a:path>
                <a:path w="495935" h="433070">
                  <a:moveTo>
                    <a:pt x="439316" y="432852"/>
                  </a:moveTo>
                  <a:lnTo>
                    <a:pt x="417757" y="432852"/>
                  </a:lnTo>
                  <a:lnTo>
                    <a:pt x="416740" y="432680"/>
                  </a:lnTo>
                  <a:lnTo>
                    <a:pt x="408198" y="427723"/>
                  </a:lnTo>
                  <a:lnTo>
                    <a:pt x="402401" y="420019"/>
                  </a:lnTo>
                  <a:lnTo>
                    <a:pt x="400265" y="410028"/>
                  </a:lnTo>
                  <a:lnTo>
                    <a:pt x="378300" y="278233"/>
                  </a:lnTo>
                  <a:lnTo>
                    <a:pt x="430240" y="278233"/>
                  </a:lnTo>
                  <a:lnTo>
                    <a:pt x="444197" y="427113"/>
                  </a:lnTo>
                  <a:lnTo>
                    <a:pt x="444197" y="429553"/>
                  </a:lnTo>
                  <a:lnTo>
                    <a:pt x="441757" y="429553"/>
                  </a:lnTo>
                  <a:lnTo>
                    <a:pt x="441757" y="431994"/>
                  </a:lnTo>
                  <a:lnTo>
                    <a:pt x="439316" y="431994"/>
                  </a:lnTo>
                  <a:lnTo>
                    <a:pt x="439316" y="432852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" name="object 19">
              <a:extLst>
                <a:ext uri="{FF2B5EF4-FFF2-40B4-BE49-F238E27FC236}">
                  <a16:creationId xmlns:a16="http://schemas.microsoft.com/office/drawing/2014/main" id="{1692D044-0222-5645-A38C-B2540FC451AA}"/>
                </a:ext>
              </a:extLst>
            </p:cNvPr>
            <p:cNvSpPr/>
            <p:nvPr/>
          </p:nvSpPr>
          <p:spPr>
            <a:xfrm>
              <a:off x="6857999" y="5869851"/>
              <a:ext cx="495934" cy="433070"/>
            </a:xfrm>
            <a:custGeom>
              <a:avLst/>
              <a:gdLst/>
              <a:ahLst/>
              <a:cxnLst/>
              <a:rect l="l" t="t" r="r" b="b"/>
              <a:pathLst>
                <a:path w="495935" h="433070">
                  <a:moveTo>
                    <a:pt x="119591" y="95185"/>
                  </a:moveTo>
                  <a:lnTo>
                    <a:pt x="103841" y="91791"/>
                  </a:lnTo>
                  <a:lnTo>
                    <a:pt x="90608" y="82676"/>
                  </a:lnTo>
                  <a:lnTo>
                    <a:pt x="81494" y="69444"/>
                  </a:lnTo>
                  <a:lnTo>
                    <a:pt x="78100" y="53694"/>
                  </a:lnTo>
                  <a:lnTo>
                    <a:pt x="78100" y="41491"/>
                  </a:lnTo>
                  <a:lnTo>
                    <a:pt x="81494" y="24711"/>
                  </a:lnTo>
                  <a:lnTo>
                    <a:pt x="90608" y="11593"/>
                  </a:lnTo>
                  <a:lnTo>
                    <a:pt x="103841" y="3050"/>
                  </a:lnTo>
                  <a:lnTo>
                    <a:pt x="119591" y="0"/>
                  </a:lnTo>
                  <a:lnTo>
                    <a:pt x="135341" y="3050"/>
                  </a:lnTo>
                  <a:lnTo>
                    <a:pt x="148574" y="11593"/>
                  </a:lnTo>
                  <a:lnTo>
                    <a:pt x="157688" y="24711"/>
                  </a:lnTo>
                  <a:lnTo>
                    <a:pt x="161082" y="41491"/>
                  </a:lnTo>
                  <a:lnTo>
                    <a:pt x="161082" y="53694"/>
                  </a:lnTo>
                  <a:lnTo>
                    <a:pt x="157688" y="69444"/>
                  </a:lnTo>
                  <a:lnTo>
                    <a:pt x="148574" y="82676"/>
                  </a:lnTo>
                  <a:lnTo>
                    <a:pt x="135341" y="91791"/>
                  </a:lnTo>
                  <a:lnTo>
                    <a:pt x="119591" y="95185"/>
                  </a:lnTo>
                  <a:close/>
                </a:path>
                <a:path w="495935" h="433070">
                  <a:moveTo>
                    <a:pt x="19525" y="270911"/>
                  </a:moveTo>
                  <a:lnTo>
                    <a:pt x="2440" y="270911"/>
                  </a:lnTo>
                  <a:lnTo>
                    <a:pt x="2440" y="268471"/>
                  </a:lnTo>
                  <a:lnTo>
                    <a:pt x="0" y="266030"/>
                  </a:lnTo>
                  <a:lnTo>
                    <a:pt x="0" y="263589"/>
                  </a:lnTo>
                  <a:lnTo>
                    <a:pt x="2440" y="261149"/>
                  </a:lnTo>
                  <a:lnTo>
                    <a:pt x="39050" y="175726"/>
                  </a:lnTo>
                  <a:lnTo>
                    <a:pt x="60291" y="127981"/>
                  </a:lnTo>
                  <a:lnTo>
                    <a:pt x="102506" y="107388"/>
                  </a:lnTo>
                  <a:lnTo>
                    <a:pt x="136675" y="107388"/>
                  </a:lnTo>
                  <a:lnTo>
                    <a:pt x="178891" y="127981"/>
                  </a:lnTo>
                  <a:lnTo>
                    <a:pt x="200132" y="175726"/>
                  </a:lnTo>
                  <a:lnTo>
                    <a:pt x="203270" y="183048"/>
                  </a:lnTo>
                  <a:lnTo>
                    <a:pt x="75659" y="183048"/>
                  </a:lnTo>
                  <a:lnTo>
                    <a:pt x="75659" y="185488"/>
                  </a:lnTo>
                  <a:lnTo>
                    <a:pt x="46372" y="253827"/>
                  </a:lnTo>
                  <a:lnTo>
                    <a:pt x="41834" y="260615"/>
                  </a:lnTo>
                  <a:lnTo>
                    <a:pt x="35694" y="266030"/>
                  </a:lnTo>
                  <a:lnTo>
                    <a:pt x="28181" y="269615"/>
                  </a:lnTo>
                  <a:lnTo>
                    <a:pt x="19525" y="270911"/>
                  </a:lnTo>
                  <a:close/>
                </a:path>
                <a:path w="495935" h="433070">
                  <a:moveTo>
                    <a:pt x="77693" y="432852"/>
                  </a:moveTo>
                  <a:lnTo>
                    <a:pt x="56134" y="432852"/>
                  </a:lnTo>
                  <a:lnTo>
                    <a:pt x="56134" y="431994"/>
                  </a:lnTo>
                  <a:lnTo>
                    <a:pt x="53694" y="431994"/>
                  </a:lnTo>
                  <a:lnTo>
                    <a:pt x="53694" y="429553"/>
                  </a:lnTo>
                  <a:lnTo>
                    <a:pt x="51253" y="429553"/>
                  </a:lnTo>
                  <a:lnTo>
                    <a:pt x="51253" y="427113"/>
                  </a:lnTo>
                  <a:lnTo>
                    <a:pt x="65897" y="270911"/>
                  </a:lnTo>
                  <a:lnTo>
                    <a:pt x="78100" y="185488"/>
                  </a:lnTo>
                  <a:lnTo>
                    <a:pt x="75659" y="183048"/>
                  </a:lnTo>
                  <a:lnTo>
                    <a:pt x="163523" y="183048"/>
                  </a:lnTo>
                  <a:lnTo>
                    <a:pt x="161082" y="185488"/>
                  </a:lnTo>
                  <a:lnTo>
                    <a:pt x="173285" y="270911"/>
                  </a:lnTo>
                  <a:lnTo>
                    <a:pt x="173972" y="278233"/>
                  </a:lnTo>
                  <a:lnTo>
                    <a:pt x="117150" y="278233"/>
                  </a:lnTo>
                  <a:lnTo>
                    <a:pt x="95185" y="410028"/>
                  </a:lnTo>
                  <a:lnTo>
                    <a:pt x="93049" y="420019"/>
                  </a:lnTo>
                  <a:lnTo>
                    <a:pt x="87253" y="427723"/>
                  </a:lnTo>
                  <a:lnTo>
                    <a:pt x="78710" y="432680"/>
                  </a:lnTo>
                  <a:lnTo>
                    <a:pt x="77693" y="432852"/>
                  </a:lnTo>
                  <a:close/>
                </a:path>
                <a:path w="495935" h="433070">
                  <a:moveTo>
                    <a:pt x="236742" y="270911"/>
                  </a:moveTo>
                  <a:lnTo>
                    <a:pt x="219658" y="270911"/>
                  </a:lnTo>
                  <a:lnTo>
                    <a:pt x="211001" y="269615"/>
                  </a:lnTo>
                  <a:lnTo>
                    <a:pt x="203488" y="266030"/>
                  </a:lnTo>
                  <a:lnTo>
                    <a:pt x="197348" y="260615"/>
                  </a:lnTo>
                  <a:lnTo>
                    <a:pt x="192810" y="253827"/>
                  </a:lnTo>
                  <a:lnTo>
                    <a:pt x="163523" y="185488"/>
                  </a:lnTo>
                  <a:lnTo>
                    <a:pt x="163523" y="183048"/>
                  </a:lnTo>
                  <a:lnTo>
                    <a:pt x="203270" y="183048"/>
                  </a:lnTo>
                  <a:lnTo>
                    <a:pt x="236742" y="261149"/>
                  </a:lnTo>
                  <a:lnTo>
                    <a:pt x="239183" y="263589"/>
                  </a:lnTo>
                  <a:lnTo>
                    <a:pt x="239183" y="266030"/>
                  </a:lnTo>
                  <a:lnTo>
                    <a:pt x="236742" y="268471"/>
                  </a:lnTo>
                  <a:lnTo>
                    <a:pt x="236742" y="270911"/>
                  </a:lnTo>
                  <a:close/>
                </a:path>
                <a:path w="495935" h="433070">
                  <a:moveTo>
                    <a:pt x="183048" y="432852"/>
                  </a:moveTo>
                  <a:lnTo>
                    <a:pt x="161489" y="432852"/>
                  </a:lnTo>
                  <a:lnTo>
                    <a:pt x="160472" y="432680"/>
                  </a:lnTo>
                  <a:lnTo>
                    <a:pt x="151930" y="427723"/>
                  </a:lnTo>
                  <a:lnTo>
                    <a:pt x="146133" y="420019"/>
                  </a:lnTo>
                  <a:lnTo>
                    <a:pt x="143997" y="410028"/>
                  </a:lnTo>
                  <a:lnTo>
                    <a:pt x="122032" y="278233"/>
                  </a:lnTo>
                  <a:lnTo>
                    <a:pt x="173972" y="278233"/>
                  </a:lnTo>
                  <a:lnTo>
                    <a:pt x="187929" y="427113"/>
                  </a:lnTo>
                  <a:lnTo>
                    <a:pt x="187929" y="429553"/>
                  </a:lnTo>
                  <a:lnTo>
                    <a:pt x="185489" y="429553"/>
                  </a:lnTo>
                  <a:lnTo>
                    <a:pt x="185489" y="431994"/>
                  </a:lnTo>
                  <a:lnTo>
                    <a:pt x="183048" y="431994"/>
                  </a:lnTo>
                  <a:lnTo>
                    <a:pt x="183048" y="432852"/>
                  </a:lnTo>
                  <a:close/>
                </a:path>
                <a:path w="495935" h="433070">
                  <a:moveTo>
                    <a:pt x="375859" y="95185"/>
                  </a:moveTo>
                  <a:lnTo>
                    <a:pt x="360109" y="91791"/>
                  </a:lnTo>
                  <a:lnTo>
                    <a:pt x="346876" y="82676"/>
                  </a:lnTo>
                  <a:lnTo>
                    <a:pt x="337762" y="69444"/>
                  </a:lnTo>
                  <a:lnTo>
                    <a:pt x="334368" y="53694"/>
                  </a:lnTo>
                  <a:lnTo>
                    <a:pt x="334368" y="41491"/>
                  </a:lnTo>
                  <a:lnTo>
                    <a:pt x="337762" y="24711"/>
                  </a:lnTo>
                  <a:lnTo>
                    <a:pt x="346876" y="11593"/>
                  </a:lnTo>
                  <a:lnTo>
                    <a:pt x="360109" y="3050"/>
                  </a:lnTo>
                  <a:lnTo>
                    <a:pt x="375859" y="0"/>
                  </a:lnTo>
                  <a:lnTo>
                    <a:pt x="391609" y="3050"/>
                  </a:lnTo>
                  <a:lnTo>
                    <a:pt x="404842" y="11593"/>
                  </a:lnTo>
                  <a:lnTo>
                    <a:pt x="413956" y="24711"/>
                  </a:lnTo>
                  <a:lnTo>
                    <a:pt x="417350" y="41491"/>
                  </a:lnTo>
                  <a:lnTo>
                    <a:pt x="417350" y="53694"/>
                  </a:lnTo>
                  <a:lnTo>
                    <a:pt x="413956" y="69444"/>
                  </a:lnTo>
                  <a:lnTo>
                    <a:pt x="404842" y="82676"/>
                  </a:lnTo>
                  <a:lnTo>
                    <a:pt x="391609" y="91791"/>
                  </a:lnTo>
                  <a:lnTo>
                    <a:pt x="375859" y="95185"/>
                  </a:lnTo>
                  <a:close/>
                </a:path>
                <a:path w="495935" h="433070">
                  <a:moveTo>
                    <a:pt x="275793" y="270911"/>
                  </a:moveTo>
                  <a:lnTo>
                    <a:pt x="258708" y="270911"/>
                  </a:lnTo>
                  <a:lnTo>
                    <a:pt x="258708" y="268471"/>
                  </a:lnTo>
                  <a:lnTo>
                    <a:pt x="256268" y="266030"/>
                  </a:lnTo>
                  <a:lnTo>
                    <a:pt x="256267" y="263589"/>
                  </a:lnTo>
                  <a:lnTo>
                    <a:pt x="258708" y="261149"/>
                  </a:lnTo>
                  <a:lnTo>
                    <a:pt x="295318" y="175726"/>
                  </a:lnTo>
                  <a:lnTo>
                    <a:pt x="316559" y="127981"/>
                  </a:lnTo>
                  <a:lnTo>
                    <a:pt x="358775" y="107388"/>
                  </a:lnTo>
                  <a:lnTo>
                    <a:pt x="392943" y="107388"/>
                  </a:lnTo>
                  <a:lnTo>
                    <a:pt x="435159" y="127981"/>
                  </a:lnTo>
                  <a:lnTo>
                    <a:pt x="456400" y="175726"/>
                  </a:lnTo>
                  <a:lnTo>
                    <a:pt x="459538" y="183048"/>
                  </a:lnTo>
                  <a:lnTo>
                    <a:pt x="331928" y="183048"/>
                  </a:lnTo>
                  <a:lnTo>
                    <a:pt x="331928" y="185488"/>
                  </a:lnTo>
                  <a:lnTo>
                    <a:pt x="302640" y="253827"/>
                  </a:lnTo>
                  <a:lnTo>
                    <a:pt x="298102" y="260615"/>
                  </a:lnTo>
                  <a:lnTo>
                    <a:pt x="291962" y="266030"/>
                  </a:lnTo>
                  <a:lnTo>
                    <a:pt x="284449" y="269615"/>
                  </a:lnTo>
                  <a:lnTo>
                    <a:pt x="275793" y="270911"/>
                  </a:lnTo>
                  <a:close/>
                </a:path>
                <a:path w="495935" h="433070">
                  <a:moveTo>
                    <a:pt x="333961" y="432852"/>
                  </a:moveTo>
                  <a:lnTo>
                    <a:pt x="312402" y="432852"/>
                  </a:lnTo>
                  <a:lnTo>
                    <a:pt x="312402" y="431994"/>
                  </a:lnTo>
                  <a:lnTo>
                    <a:pt x="309962" y="431994"/>
                  </a:lnTo>
                  <a:lnTo>
                    <a:pt x="309962" y="429553"/>
                  </a:lnTo>
                  <a:lnTo>
                    <a:pt x="307521" y="429553"/>
                  </a:lnTo>
                  <a:lnTo>
                    <a:pt x="307521" y="427113"/>
                  </a:lnTo>
                  <a:lnTo>
                    <a:pt x="322165" y="270911"/>
                  </a:lnTo>
                  <a:lnTo>
                    <a:pt x="334368" y="185488"/>
                  </a:lnTo>
                  <a:lnTo>
                    <a:pt x="331928" y="183048"/>
                  </a:lnTo>
                  <a:lnTo>
                    <a:pt x="419790" y="183048"/>
                  </a:lnTo>
                  <a:lnTo>
                    <a:pt x="417350" y="185488"/>
                  </a:lnTo>
                  <a:lnTo>
                    <a:pt x="429553" y="270911"/>
                  </a:lnTo>
                  <a:lnTo>
                    <a:pt x="430240" y="278233"/>
                  </a:lnTo>
                  <a:lnTo>
                    <a:pt x="373418" y="278233"/>
                  </a:lnTo>
                  <a:lnTo>
                    <a:pt x="351453" y="410028"/>
                  </a:lnTo>
                  <a:lnTo>
                    <a:pt x="349317" y="420019"/>
                  </a:lnTo>
                  <a:lnTo>
                    <a:pt x="343520" y="427723"/>
                  </a:lnTo>
                  <a:lnTo>
                    <a:pt x="334978" y="432680"/>
                  </a:lnTo>
                  <a:lnTo>
                    <a:pt x="333961" y="432852"/>
                  </a:lnTo>
                  <a:close/>
                </a:path>
                <a:path w="495935" h="433070">
                  <a:moveTo>
                    <a:pt x="493010" y="270911"/>
                  </a:moveTo>
                  <a:lnTo>
                    <a:pt x="475926" y="270911"/>
                  </a:lnTo>
                  <a:lnTo>
                    <a:pt x="467269" y="269615"/>
                  </a:lnTo>
                  <a:lnTo>
                    <a:pt x="459756" y="266030"/>
                  </a:lnTo>
                  <a:lnTo>
                    <a:pt x="453616" y="260615"/>
                  </a:lnTo>
                  <a:lnTo>
                    <a:pt x="449078" y="253827"/>
                  </a:lnTo>
                  <a:lnTo>
                    <a:pt x="419790" y="185488"/>
                  </a:lnTo>
                  <a:lnTo>
                    <a:pt x="419790" y="183048"/>
                  </a:lnTo>
                  <a:lnTo>
                    <a:pt x="459538" y="183048"/>
                  </a:lnTo>
                  <a:lnTo>
                    <a:pt x="493010" y="261149"/>
                  </a:lnTo>
                  <a:lnTo>
                    <a:pt x="495451" y="263589"/>
                  </a:lnTo>
                  <a:lnTo>
                    <a:pt x="495450" y="266030"/>
                  </a:lnTo>
                  <a:lnTo>
                    <a:pt x="493010" y="268471"/>
                  </a:lnTo>
                  <a:lnTo>
                    <a:pt x="493010" y="270911"/>
                  </a:lnTo>
                  <a:close/>
                </a:path>
                <a:path w="495935" h="433070">
                  <a:moveTo>
                    <a:pt x="439316" y="432852"/>
                  </a:moveTo>
                  <a:lnTo>
                    <a:pt x="417757" y="432852"/>
                  </a:lnTo>
                  <a:lnTo>
                    <a:pt x="416740" y="432680"/>
                  </a:lnTo>
                  <a:lnTo>
                    <a:pt x="408198" y="427723"/>
                  </a:lnTo>
                  <a:lnTo>
                    <a:pt x="402401" y="420019"/>
                  </a:lnTo>
                  <a:lnTo>
                    <a:pt x="400265" y="410028"/>
                  </a:lnTo>
                  <a:lnTo>
                    <a:pt x="378300" y="278233"/>
                  </a:lnTo>
                  <a:lnTo>
                    <a:pt x="430240" y="278233"/>
                  </a:lnTo>
                  <a:lnTo>
                    <a:pt x="444197" y="427113"/>
                  </a:lnTo>
                  <a:lnTo>
                    <a:pt x="444197" y="429553"/>
                  </a:lnTo>
                  <a:lnTo>
                    <a:pt x="441757" y="429553"/>
                  </a:lnTo>
                  <a:lnTo>
                    <a:pt x="441757" y="431994"/>
                  </a:lnTo>
                  <a:lnTo>
                    <a:pt x="439316" y="431994"/>
                  </a:lnTo>
                  <a:lnTo>
                    <a:pt x="439316" y="432852"/>
                  </a:lnTo>
                  <a:close/>
                </a:path>
              </a:pathLst>
            </a:cu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27" name="object 27"/>
          <p:cNvSpPr txBox="1">
            <a:spLocks noGrp="1"/>
          </p:cNvSpPr>
          <p:nvPr>
            <p:ph type="title"/>
          </p:nvPr>
        </p:nvSpPr>
        <p:spPr>
          <a:xfrm>
            <a:off x="1729072" y="612045"/>
            <a:ext cx="5586128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100"/>
              </a:spcBef>
            </a:pPr>
            <a:r>
              <a:rPr lang="en-US" sz="4800" spc="-155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Company Overview</a:t>
            </a:r>
            <a:endParaRPr sz="4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924350" y="6838887"/>
            <a:ext cx="399148" cy="1865758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3354"/>
              </a:lnSpc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Insights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500449" y="0"/>
            <a:ext cx="1132840" cy="735330"/>
          </a:xfrm>
          <a:custGeom>
            <a:avLst/>
            <a:gdLst/>
            <a:ahLst/>
            <a:cxnLst/>
            <a:rect l="l" t="t" r="r" b="b"/>
            <a:pathLst>
              <a:path w="1132839" h="735330">
                <a:moveTo>
                  <a:pt x="1132297" y="735301"/>
                </a:moveTo>
                <a:lnTo>
                  <a:pt x="0" y="735301"/>
                </a:lnTo>
                <a:lnTo>
                  <a:pt x="0" y="0"/>
                </a:lnTo>
                <a:lnTo>
                  <a:pt x="1132297" y="0"/>
                </a:lnTo>
                <a:lnTo>
                  <a:pt x="1132297" y="735301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A0F80246-D154-BA2D-1643-53766BAC70F5}"/>
              </a:ext>
            </a:extLst>
          </p:cNvPr>
          <p:cNvSpPr/>
          <p:nvPr/>
        </p:nvSpPr>
        <p:spPr>
          <a:xfrm>
            <a:off x="592013" y="1056208"/>
            <a:ext cx="0" cy="1068705"/>
          </a:xfrm>
          <a:custGeom>
            <a:avLst/>
            <a:gdLst/>
            <a:ahLst/>
            <a:cxnLst/>
            <a:rect l="l" t="t" r="r" b="b"/>
            <a:pathLst>
              <a:path h="1068705">
                <a:moveTo>
                  <a:pt x="0" y="0"/>
                </a:moveTo>
                <a:lnTo>
                  <a:pt x="0" y="1068391"/>
                </a:lnTo>
              </a:path>
            </a:pathLst>
          </a:custGeom>
          <a:ln w="47624">
            <a:solidFill>
              <a:srgbClr val="00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7308571" y="2909482"/>
            <a:ext cx="1142373" cy="1142373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chemeClr val="tx1"/>
            </a:solidFill>
          </p:spPr>
          <p:txBody>
            <a:bodyPr/>
            <a:lstStyle/>
            <a:p>
              <a:endParaRPr lang="LID4096" dirty="0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05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7513174" y="3086527"/>
            <a:ext cx="733166" cy="714504"/>
          </a:xfrm>
          <a:custGeom>
            <a:avLst/>
            <a:gdLst/>
            <a:ahLst/>
            <a:cxnLst/>
            <a:rect l="l" t="t" r="r" b="b"/>
            <a:pathLst>
              <a:path w="733166" h="714504">
                <a:moveTo>
                  <a:pt x="0" y="0"/>
                </a:moveTo>
                <a:lnTo>
                  <a:pt x="733167" y="0"/>
                </a:lnTo>
                <a:lnTo>
                  <a:pt x="733167" y="714504"/>
                </a:lnTo>
                <a:lnTo>
                  <a:pt x="0" y="7145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7382350" y="5086663"/>
            <a:ext cx="1142373" cy="1142373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chemeClr val="tx1"/>
            </a:solidFill>
          </p:spPr>
          <p:txBody>
            <a:bodyPr/>
            <a:lstStyle/>
            <a:p>
              <a:endParaRPr lang="LID4096" dirty="0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05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7660733" y="5429397"/>
            <a:ext cx="585607" cy="669613"/>
          </a:xfrm>
          <a:custGeom>
            <a:avLst/>
            <a:gdLst/>
            <a:ahLst/>
            <a:cxnLst/>
            <a:rect l="l" t="t" r="r" b="b"/>
            <a:pathLst>
              <a:path w="585607" h="669613">
                <a:moveTo>
                  <a:pt x="0" y="0"/>
                </a:moveTo>
                <a:lnTo>
                  <a:pt x="585608" y="0"/>
                </a:lnTo>
                <a:lnTo>
                  <a:pt x="585608" y="669613"/>
                </a:lnTo>
                <a:lnTo>
                  <a:pt x="0" y="6696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2" name="Group 12"/>
          <p:cNvGrpSpPr/>
          <p:nvPr/>
        </p:nvGrpSpPr>
        <p:grpSpPr>
          <a:xfrm>
            <a:off x="7392027" y="7267262"/>
            <a:ext cx="1142373" cy="1142373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chemeClr val="tx1"/>
            </a:solidFill>
          </p:spPr>
          <p:txBody>
            <a:bodyPr/>
            <a:lstStyle/>
            <a:p>
              <a:endParaRPr lang="LID4096" dirty="0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05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7680086" y="7475482"/>
            <a:ext cx="566255" cy="720926"/>
          </a:xfrm>
          <a:custGeom>
            <a:avLst/>
            <a:gdLst/>
            <a:ahLst/>
            <a:cxnLst/>
            <a:rect l="l" t="t" r="r" b="b"/>
            <a:pathLst>
              <a:path w="566255" h="720926">
                <a:moveTo>
                  <a:pt x="0" y="0"/>
                </a:moveTo>
                <a:lnTo>
                  <a:pt x="566255" y="0"/>
                </a:lnTo>
                <a:lnTo>
                  <a:pt x="566255" y="720926"/>
                </a:lnTo>
                <a:lnTo>
                  <a:pt x="0" y="72092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10192119" y="3217834"/>
            <a:ext cx="7867281" cy="2878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83"/>
              </a:lnSpc>
              <a:spcBef>
                <a:spcPct val="0"/>
              </a:spcBef>
            </a:pPr>
            <a:r>
              <a:rPr lang="en-US" sz="1800" dirty="0">
                <a:solidFill>
                  <a:srgbClr val="000000"/>
                </a:solidFill>
                <a:latin typeface="Tahoma Bold"/>
              </a:rPr>
              <a:t>Solution 1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192119" y="5429397"/>
            <a:ext cx="6921250" cy="2878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83"/>
              </a:lnSpc>
              <a:spcBef>
                <a:spcPct val="0"/>
              </a:spcBef>
            </a:pPr>
            <a:r>
              <a:rPr lang="en-US" sz="1800" dirty="0">
                <a:solidFill>
                  <a:srgbClr val="000000"/>
                </a:solidFill>
                <a:latin typeface="Tahoma Bold"/>
              </a:rPr>
              <a:t>Solution 2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266474" y="7691995"/>
            <a:ext cx="6497526" cy="2878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83"/>
              </a:lnSpc>
              <a:spcBef>
                <a:spcPct val="0"/>
              </a:spcBef>
            </a:pPr>
            <a:r>
              <a:rPr lang="en-US" sz="1800" dirty="0">
                <a:solidFill>
                  <a:srgbClr val="000000"/>
                </a:solidFill>
                <a:latin typeface="Tahoma Bold"/>
              </a:rPr>
              <a:t>Solution 3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905861" y="2411168"/>
            <a:ext cx="5454589" cy="3005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2483"/>
              </a:lnSpc>
              <a:spcBef>
                <a:spcPct val="0"/>
              </a:spcBef>
            </a:pPr>
            <a:r>
              <a:rPr lang="en-US" sz="2000" b="1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{How your product/service solves the problem}</a:t>
            </a:r>
            <a:endParaRPr lang="en-US" sz="2000" b="1" i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3">
            <a:extLst>
              <a:ext uri="{FF2B5EF4-FFF2-40B4-BE49-F238E27FC236}">
                <a16:creationId xmlns:a16="http://schemas.microsoft.com/office/drawing/2014/main" id="{51A8E65E-267C-EA55-D56A-B8B6CD8C5A4D}"/>
              </a:ext>
            </a:extLst>
          </p:cNvPr>
          <p:cNvSpPr txBox="1"/>
          <p:nvPr/>
        </p:nvSpPr>
        <p:spPr>
          <a:xfrm>
            <a:off x="10134600" y="578703"/>
            <a:ext cx="5086514" cy="615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4800" dirty="0">
                <a:latin typeface="Tahoma"/>
              </a:rPr>
              <a:t>Solution </a:t>
            </a:r>
          </a:p>
        </p:txBody>
      </p:sp>
      <p:sp>
        <p:nvSpPr>
          <p:cNvPr id="29" name="TextBox 24">
            <a:extLst>
              <a:ext uri="{FF2B5EF4-FFF2-40B4-BE49-F238E27FC236}">
                <a16:creationId xmlns:a16="http://schemas.microsoft.com/office/drawing/2014/main" id="{85CAA7B0-0270-B969-29B2-2262D729BAEB}"/>
              </a:ext>
            </a:extLst>
          </p:cNvPr>
          <p:cNvSpPr txBox="1"/>
          <p:nvPr/>
        </p:nvSpPr>
        <p:spPr>
          <a:xfrm>
            <a:off x="1060655" y="2400300"/>
            <a:ext cx="5454589" cy="3005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2483"/>
              </a:lnSpc>
              <a:spcBef>
                <a:spcPct val="0"/>
              </a:spcBef>
            </a:pPr>
            <a:r>
              <a:rPr lang="en-US" sz="2000" b="1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{The issue your startup is addressing}</a:t>
            </a:r>
            <a:endParaRPr lang="en-US" sz="2000" b="1" i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Box 17">
            <a:extLst>
              <a:ext uri="{FF2B5EF4-FFF2-40B4-BE49-F238E27FC236}">
                <a16:creationId xmlns:a16="http://schemas.microsoft.com/office/drawing/2014/main" id="{F058F645-A187-4DC8-A88B-67CE806319D9}"/>
              </a:ext>
            </a:extLst>
          </p:cNvPr>
          <p:cNvSpPr txBox="1"/>
          <p:nvPr/>
        </p:nvSpPr>
        <p:spPr>
          <a:xfrm>
            <a:off x="1028700" y="3217834"/>
            <a:ext cx="7867281" cy="2878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83"/>
              </a:lnSpc>
              <a:spcBef>
                <a:spcPct val="0"/>
              </a:spcBef>
            </a:pPr>
            <a:r>
              <a:rPr lang="en-US" dirty="0">
                <a:solidFill>
                  <a:srgbClr val="000000"/>
                </a:solidFill>
                <a:latin typeface="Tahoma Bold"/>
              </a:rPr>
              <a:t>Problem</a:t>
            </a:r>
            <a:r>
              <a:rPr lang="en-US" sz="1800" dirty="0">
                <a:solidFill>
                  <a:srgbClr val="000000"/>
                </a:solidFill>
                <a:latin typeface="Tahoma Bold"/>
              </a:rPr>
              <a:t> 1</a:t>
            </a:r>
          </a:p>
        </p:txBody>
      </p:sp>
      <p:sp>
        <p:nvSpPr>
          <p:cNvPr id="33" name="TextBox 19">
            <a:extLst>
              <a:ext uri="{FF2B5EF4-FFF2-40B4-BE49-F238E27FC236}">
                <a16:creationId xmlns:a16="http://schemas.microsoft.com/office/drawing/2014/main" id="{3B569D8F-1563-82C7-DEFE-CB736BB11EE5}"/>
              </a:ext>
            </a:extLst>
          </p:cNvPr>
          <p:cNvSpPr txBox="1"/>
          <p:nvPr/>
        </p:nvSpPr>
        <p:spPr>
          <a:xfrm>
            <a:off x="1058197" y="5480432"/>
            <a:ext cx="6921250" cy="2878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83"/>
              </a:lnSpc>
              <a:spcBef>
                <a:spcPct val="0"/>
              </a:spcBef>
            </a:pPr>
            <a:r>
              <a:rPr lang="en-US" dirty="0">
                <a:solidFill>
                  <a:srgbClr val="000000"/>
                </a:solidFill>
                <a:latin typeface="Tahoma Bold"/>
              </a:rPr>
              <a:t>Problem</a:t>
            </a:r>
            <a:r>
              <a:rPr lang="en-US" sz="1800" dirty="0">
                <a:solidFill>
                  <a:srgbClr val="000000"/>
                </a:solidFill>
                <a:latin typeface="Tahoma Bold"/>
              </a:rPr>
              <a:t> 2</a:t>
            </a:r>
          </a:p>
        </p:txBody>
      </p:sp>
      <p:sp>
        <p:nvSpPr>
          <p:cNvPr id="34" name="TextBox 21">
            <a:extLst>
              <a:ext uri="{FF2B5EF4-FFF2-40B4-BE49-F238E27FC236}">
                <a16:creationId xmlns:a16="http://schemas.microsoft.com/office/drawing/2014/main" id="{F7A42470-FCE7-D13E-FFEC-247638092000}"/>
              </a:ext>
            </a:extLst>
          </p:cNvPr>
          <p:cNvSpPr txBox="1"/>
          <p:nvPr/>
        </p:nvSpPr>
        <p:spPr>
          <a:xfrm>
            <a:off x="1028700" y="7691995"/>
            <a:ext cx="6497526" cy="2878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83"/>
              </a:lnSpc>
              <a:spcBef>
                <a:spcPct val="0"/>
              </a:spcBef>
            </a:pPr>
            <a:r>
              <a:rPr lang="en-US" dirty="0">
                <a:solidFill>
                  <a:srgbClr val="000000"/>
                </a:solidFill>
                <a:latin typeface="Tahoma Bold"/>
              </a:rPr>
              <a:t>Problem</a:t>
            </a:r>
            <a:r>
              <a:rPr lang="en-US" sz="1800" dirty="0">
                <a:solidFill>
                  <a:srgbClr val="000000"/>
                </a:solidFill>
                <a:latin typeface="Tahoma Bold"/>
              </a:rPr>
              <a:t> 3</a:t>
            </a:r>
          </a:p>
        </p:txBody>
      </p:sp>
      <p:sp>
        <p:nvSpPr>
          <p:cNvPr id="37" name="object 36">
            <a:extLst>
              <a:ext uri="{FF2B5EF4-FFF2-40B4-BE49-F238E27FC236}">
                <a16:creationId xmlns:a16="http://schemas.microsoft.com/office/drawing/2014/main" id="{8B8BAE50-742F-3CED-F601-1F985D7ED02B}"/>
              </a:ext>
            </a:extLst>
          </p:cNvPr>
          <p:cNvSpPr/>
          <p:nvPr/>
        </p:nvSpPr>
        <p:spPr>
          <a:xfrm>
            <a:off x="500449" y="0"/>
            <a:ext cx="1132840" cy="735330"/>
          </a:xfrm>
          <a:custGeom>
            <a:avLst/>
            <a:gdLst/>
            <a:ahLst/>
            <a:cxnLst/>
            <a:rect l="l" t="t" r="r" b="b"/>
            <a:pathLst>
              <a:path w="1132839" h="735330">
                <a:moveTo>
                  <a:pt x="1132297" y="735301"/>
                </a:moveTo>
                <a:lnTo>
                  <a:pt x="0" y="735301"/>
                </a:lnTo>
                <a:lnTo>
                  <a:pt x="0" y="0"/>
                </a:lnTo>
                <a:lnTo>
                  <a:pt x="1132297" y="0"/>
                </a:lnTo>
                <a:lnTo>
                  <a:pt x="1132297" y="735301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object 27">
            <a:extLst>
              <a:ext uri="{FF2B5EF4-FFF2-40B4-BE49-F238E27FC236}">
                <a16:creationId xmlns:a16="http://schemas.microsoft.com/office/drawing/2014/main" id="{C16933C4-9E59-7CFD-B6F9-412269B4F6F7}"/>
              </a:ext>
            </a:extLst>
          </p:cNvPr>
          <p:cNvSpPr txBox="1">
            <a:spLocks/>
          </p:cNvSpPr>
          <p:nvPr/>
        </p:nvSpPr>
        <p:spPr>
          <a:xfrm>
            <a:off x="1729072" y="565879"/>
            <a:ext cx="5586128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ts val="4799"/>
              </a:lnSpc>
            </a:pPr>
            <a:r>
              <a:rPr lang="en-US" sz="4800" dirty="0">
                <a:latin typeface="Tahoma"/>
              </a:rPr>
              <a:t>Problem Statement</a:t>
            </a:r>
          </a:p>
        </p:txBody>
      </p:sp>
      <p:sp>
        <p:nvSpPr>
          <p:cNvPr id="16" name="object 3">
            <a:extLst>
              <a:ext uri="{FF2B5EF4-FFF2-40B4-BE49-F238E27FC236}">
                <a16:creationId xmlns:a16="http://schemas.microsoft.com/office/drawing/2014/main" id="{4804BE77-FB4E-9910-A030-EDA5EB4F2EC2}"/>
              </a:ext>
            </a:extLst>
          </p:cNvPr>
          <p:cNvSpPr/>
          <p:nvPr/>
        </p:nvSpPr>
        <p:spPr>
          <a:xfrm>
            <a:off x="592013" y="1056208"/>
            <a:ext cx="0" cy="1068705"/>
          </a:xfrm>
          <a:custGeom>
            <a:avLst/>
            <a:gdLst/>
            <a:ahLst/>
            <a:cxnLst/>
            <a:rect l="l" t="t" r="r" b="b"/>
            <a:pathLst>
              <a:path h="1068705">
                <a:moveTo>
                  <a:pt x="0" y="0"/>
                </a:moveTo>
                <a:lnTo>
                  <a:pt x="0" y="1068391"/>
                </a:lnTo>
              </a:path>
            </a:pathLst>
          </a:custGeom>
          <a:ln w="47624">
            <a:solidFill>
              <a:srgbClr val="00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762000" y="2931876"/>
            <a:ext cx="4240992" cy="3291813"/>
            <a:chOff x="0" y="0"/>
            <a:chExt cx="1005272" cy="780282"/>
          </a:xfrm>
          <a:solidFill>
            <a:schemeClr val="tx2">
              <a:lumMod val="20000"/>
              <a:lumOff val="80000"/>
            </a:schemeClr>
          </a:solidFill>
        </p:grpSpPr>
        <p:sp>
          <p:nvSpPr>
            <p:cNvPr id="4" name="Freeform 4"/>
            <p:cNvSpPr/>
            <p:nvPr/>
          </p:nvSpPr>
          <p:spPr>
            <a:xfrm>
              <a:off x="0" y="0"/>
              <a:ext cx="1005272" cy="780281"/>
            </a:xfrm>
            <a:custGeom>
              <a:avLst/>
              <a:gdLst/>
              <a:ahLst/>
              <a:cxnLst/>
              <a:rect l="l" t="t" r="r" b="b"/>
              <a:pathLst>
                <a:path w="1005272" h="780281">
                  <a:moveTo>
                    <a:pt x="0" y="0"/>
                  </a:moveTo>
                  <a:lnTo>
                    <a:pt x="1005272" y="0"/>
                  </a:lnTo>
                  <a:lnTo>
                    <a:pt x="1005272" y="780281"/>
                  </a:lnTo>
                  <a:lnTo>
                    <a:pt x="0" y="780281"/>
                  </a:lnTo>
                  <a:close/>
                </a:path>
              </a:pathLst>
            </a:custGeom>
            <a:grpFill/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005272" cy="827907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43185" y="2999354"/>
            <a:ext cx="3509493" cy="4574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059"/>
              </a:lnSpc>
            </a:pPr>
            <a:r>
              <a:rPr lang="en-US" sz="2400" dirty="0">
                <a:solidFill>
                  <a:srgbClr val="000000"/>
                </a:solidFill>
                <a:latin typeface="Tahoma Bold"/>
              </a:rPr>
              <a:t>1. 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5002992" y="6223689"/>
            <a:ext cx="4240992" cy="3291813"/>
            <a:chOff x="0" y="0"/>
            <a:chExt cx="1005272" cy="780282"/>
          </a:xfrm>
          <a:solidFill>
            <a:schemeClr val="tx1"/>
          </a:solidFill>
        </p:grpSpPr>
        <p:sp>
          <p:nvSpPr>
            <p:cNvPr id="9" name="Freeform 9"/>
            <p:cNvSpPr/>
            <p:nvPr/>
          </p:nvSpPr>
          <p:spPr>
            <a:xfrm>
              <a:off x="0" y="0"/>
              <a:ext cx="1005272" cy="780281"/>
            </a:xfrm>
            <a:custGeom>
              <a:avLst/>
              <a:gdLst/>
              <a:ahLst/>
              <a:cxnLst/>
              <a:rect l="l" t="t" r="r" b="b"/>
              <a:pathLst>
                <a:path w="1005272" h="780281">
                  <a:moveTo>
                    <a:pt x="0" y="0"/>
                  </a:moveTo>
                  <a:lnTo>
                    <a:pt x="1005272" y="0"/>
                  </a:lnTo>
                  <a:lnTo>
                    <a:pt x="1005272" y="780281"/>
                  </a:lnTo>
                  <a:lnTo>
                    <a:pt x="0" y="780281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1005272" cy="827907"/>
            </a:xfrm>
            <a:prstGeom prst="rect">
              <a:avLst/>
            </a:prstGeom>
            <a:grpFill/>
            <a:ln>
              <a:noFill/>
            </a:ln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5284177" y="6330314"/>
            <a:ext cx="3509493" cy="4829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400" dirty="0">
                <a:solidFill>
                  <a:srgbClr val="FDFDFD"/>
                </a:solidFill>
                <a:latin typeface="Tahoma Bold"/>
              </a:rPr>
              <a:t>2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9243984" y="2931876"/>
            <a:ext cx="4240992" cy="3291813"/>
            <a:chOff x="0" y="0"/>
            <a:chExt cx="1005272" cy="780282"/>
          </a:xfrm>
          <a:solidFill>
            <a:schemeClr val="tx2">
              <a:lumMod val="20000"/>
              <a:lumOff val="80000"/>
            </a:schemeClr>
          </a:solidFill>
        </p:grpSpPr>
        <p:sp>
          <p:nvSpPr>
            <p:cNvPr id="14" name="Freeform 14"/>
            <p:cNvSpPr/>
            <p:nvPr/>
          </p:nvSpPr>
          <p:spPr>
            <a:xfrm>
              <a:off x="0" y="0"/>
              <a:ext cx="1005272" cy="780281"/>
            </a:xfrm>
            <a:custGeom>
              <a:avLst/>
              <a:gdLst/>
              <a:ahLst/>
              <a:cxnLst/>
              <a:rect l="l" t="t" r="r" b="b"/>
              <a:pathLst>
                <a:path w="1005272" h="780281">
                  <a:moveTo>
                    <a:pt x="0" y="0"/>
                  </a:moveTo>
                  <a:lnTo>
                    <a:pt x="1005272" y="0"/>
                  </a:lnTo>
                  <a:lnTo>
                    <a:pt x="1005272" y="780281"/>
                  </a:lnTo>
                  <a:lnTo>
                    <a:pt x="0" y="780281"/>
                  </a:lnTo>
                  <a:close/>
                </a:path>
              </a:pathLst>
            </a:custGeom>
            <a:grpFill/>
          </p:spPr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1005272" cy="827907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9525169" y="3124227"/>
            <a:ext cx="3509493" cy="4829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400" dirty="0">
                <a:solidFill>
                  <a:srgbClr val="000000"/>
                </a:solidFill>
                <a:latin typeface="Tahoma Bold"/>
              </a:rPr>
              <a:t>3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3484975" y="6223689"/>
            <a:ext cx="4240992" cy="3291813"/>
            <a:chOff x="0" y="0"/>
            <a:chExt cx="1005272" cy="780282"/>
          </a:xfrm>
          <a:solidFill>
            <a:schemeClr val="tx1"/>
          </a:solidFill>
        </p:grpSpPr>
        <p:sp>
          <p:nvSpPr>
            <p:cNvPr id="20" name="Freeform 20"/>
            <p:cNvSpPr/>
            <p:nvPr/>
          </p:nvSpPr>
          <p:spPr>
            <a:xfrm>
              <a:off x="0" y="0"/>
              <a:ext cx="1005272" cy="780281"/>
            </a:xfrm>
            <a:custGeom>
              <a:avLst/>
              <a:gdLst/>
              <a:ahLst/>
              <a:cxnLst/>
              <a:rect l="l" t="t" r="r" b="b"/>
              <a:pathLst>
                <a:path w="1005272" h="780281">
                  <a:moveTo>
                    <a:pt x="0" y="0"/>
                  </a:moveTo>
                  <a:lnTo>
                    <a:pt x="1005272" y="0"/>
                  </a:lnTo>
                  <a:lnTo>
                    <a:pt x="1005272" y="780281"/>
                  </a:lnTo>
                  <a:lnTo>
                    <a:pt x="0" y="780281"/>
                  </a:lnTo>
                  <a:close/>
                </a:path>
              </a:pathLst>
            </a:custGeom>
            <a:grpFill/>
          </p:spPr>
        </p:sp>
        <p:sp>
          <p:nvSpPr>
            <p:cNvPr id="21" name="TextBox 21"/>
            <p:cNvSpPr txBox="1"/>
            <p:nvPr/>
          </p:nvSpPr>
          <p:spPr>
            <a:xfrm>
              <a:off x="0" y="-47625"/>
              <a:ext cx="1005272" cy="827907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3719080" y="6286500"/>
            <a:ext cx="3509493" cy="4829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400" dirty="0">
                <a:solidFill>
                  <a:schemeClr val="bg1"/>
                </a:solidFill>
                <a:latin typeface="Tahoma Bold"/>
              </a:rPr>
              <a:t>4</a:t>
            </a:r>
          </a:p>
        </p:txBody>
      </p:sp>
      <p:sp>
        <p:nvSpPr>
          <p:cNvPr id="33" name="object 36">
            <a:extLst>
              <a:ext uri="{FF2B5EF4-FFF2-40B4-BE49-F238E27FC236}">
                <a16:creationId xmlns:a16="http://schemas.microsoft.com/office/drawing/2014/main" id="{D529D78E-A88A-7416-320E-3C1400BE00D1}"/>
              </a:ext>
            </a:extLst>
          </p:cNvPr>
          <p:cNvSpPr/>
          <p:nvPr/>
        </p:nvSpPr>
        <p:spPr>
          <a:xfrm>
            <a:off x="500449" y="0"/>
            <a:ext cx="1132840" cy="735330"/>
          </a:xfrm>
          <a:custGeom>
            <a:avLst/>
            <a:gdLst/>
            <a:ahLst/>
            <a:cxnLst/>
            <a:rect l="l" t="t" r="r" b="b"/>
            <a:pathLst>
              <a:path w="1132839" h="735330">
                <a:moveTo>
                  <a:pt x="1132297" y="735301"/>
                </a:moveTo>
                <a:lnTo>
                  <a:pt x="0" y="735301"/>
                </a:lnTo>
                <a:lnTo>
                  <a:pt x="0" y="0"/>
                </a:lnTo>
                <a:lnTo>
                  <a:pt x="1132297" y="0"/>
                </a:lnTo>
                <a:lnTo>
                  <a:pt x="1132297" y="735301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TextBox 7">
            <a:extLst>
              <a:ext uri="{FF2B5EF4-FFF2-40B4-BE49-F238E27FC236}">
                <a16:creationId xmlns:a16="http://schemas.microsoft.com/office/drawing/2014/main" id="{57BA5985-A42C-C55F-E9FC-77D4A1A8D1C4}"/>
              </a:ext>
            </a:extLst>
          </p:cNvPr>
          <p:cNvSpPr txBox="1"/>
          <p:nvPr/>
        </p:nvSpPr>
        <p:spPr>
          <a:xfrm>
            <a:off x="2880038" y="1615924"/>
            <a:ext cx="10744200" cy="3005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000" b="1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{Overview of your offering, including features and benefits}</a:t>
            </a:r>
            <a:endParaRPr lang="en-US" sz="2000" b="1" i="1" dirty="0">
              <a:solidFill>
                <a:srgbClr val="1C1C1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27">
            <a:extLst>
              <a:ext uri="{FF2B5EF4-FFF2-40B4-BE49-F238E27FC236}">
                <a16:creationId xmlns:a16="http://schemas.microsoft.com/office/drawing/2014/main" id="{42D33FEA-F13B-E98A-970D-1EECF7556440}"/>
              </a:ext>
            </a:extLst>
          </p:cNvPr>
          <p:cNvSpPr txBox="1">
            <a:spLocks/>
          </p:cNvSpPr>
          <p:nvPr/>
        </p:nvSpPr>
        <p:spPr>
          <a:xfrm>
            <a:off x="1729072" y="565879"/>
            <a:ext cx="11990008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ts val="4799"/>
              </a:lnSpc>
            </a:pPr>
            <a:r>
              <a:rPr lang="en-US" sz="4800" dirty="0">
                <a:latin typeface="Tahoma"/>
              </a:rPr>
              <a:t>Products and Services</a:t>
            </a:r>
          </a:p>
        </p:txBody>
      </p:sp>
      <p:sp>
        <p:nvSpPr>
          <p:cNvPr id="12" name="object 3">
            <a:extLst>
              <a:ext uri="{FF2B5EF4-FFF2-40B4-BE49-F238E27FC236}">
                <a16:creationId xmlns:a16="http://schemas.microsoft.com/office/drawing/2014/main" id="{D101771E-BD7E-880F-1B4E-4BBFD2FDD89D}"/>
              </a:ext>
            </a:extLst>
          </p:cNvPr>
          <p:cNvSpPr/>
          <p:nvPr/>
        </p:nvSpPr>
        <p:spPr>
          <a:xfrm>
            <a:off x="592013" y="1056208"/>
            <a:ext cx="0" cy="1068705"/>
          </a:xfrm>
          <a:custGeom>
            <a:avLst/>
            <a:gdLst/>
            <a:ahLst/>
            <a:cxnLst/>
            <a:rect l="l" t="t" r="r" b="b"/>
            <a:pathLst>
              <a:path h="1068705">
                <a:moveTo>
                  <a:pt x="0" y="0"/>
                </a:moveTo>
                <a:lnTo>
                  <a:pt x="0" y="1068391"/>
                </a:lnTo>
              </a:path>
            </a:pathLst>
          </a:custGeom>
          <a:ln w="47624">
            <a:solidFill>
              <a:srgbClr val="00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77168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8654223" y="1871706"/>
            <a:ext cx="8947977" cy="8224794"/>
            <a:chOff x="1028700" y="1034068"/>
            <a:chExt cx="9546762" cy="9218653"/>
          </a:xfrm>
        </p:grpSpPr>
        <p:sp>
          <p:nvSpPr>
            <p:cNvPr id="4" name="object 4"/>
            <p:cNvSpPr/>
            <p:nvPr/>
          </p:nvSpPr>
          <p:spPr>
            <a:xfrm>
              <a:off x="1028700" y="1034068"/>
              <a:ext cx="4877951" cy="5124467"/>
            </a:xfrm>
            <a:custGeom>
              <a:avLst/>
              <a:gdLst/>
              <a:ahLst/>
              <a:cxnLst/>
              <a:rect l="l" t="t" r="r" b="b"/>
              <a:pathLst>
                <a:path w="5047615" h="5041900">
                  <a:moveTo>
                    <a:pt x="2716313" y="12700"/>
                  </a:moveTo>
                  <a:lnTo>
                    <a:pt x="2330955" y="12700"/>
                  </a:lnTo>
                  <a:lnTo>
                    <a:pt x="2378775" y="0"/>
                  </a:lnTo>
                  <a:lnTo>
                    <a:pt x="2668493" y="0"/>
                  </a:lnTo>
                  <a:lnTo>
                    <a:pt x="2716313" y="12700"/>
                  </a:lnTo>
                  <a:close/>
                </a:path>
                <a:path w="5047615" h="5041900">
                  <a:moveTo>
                    <a:pt x="2858260" y="25400"/>
                  </a:moveTo>
                  <a:lnTo>
                    <a:pt x="2189008" y="25400"/>
                  </a:lnTo>
                  <a:lnTo>
                    <a:pt x="2236063" y="12700"/>
                  </a:lnTo>
                  <a:lnTo>
                    <a:pt x="2811204" y="12700"/>
                  </a:lnTo>
                  <a:lnTo>
                    <a:pt x="2858260" y="25400"/>
                  </a:lnTo>
                  <a:close/>
                </a:path>
                <a:path w="5047615" h="5041900">
                  <a:moveTo>
                    <a:pt x="2997765" y="50800"/>
                  </a:moveTo>
                  <a:lnTo>
                    <a:pt x="2049503" y="50800"/>
                  </a:lnTo>
                  <a:lnTo>
                    <a:pt x="2142224" y="25400"/>
                  </a:lnTo>
                  <a:lnTo>
                    <a:pt x="2905044" y="25400"/>
                  </a:lnTo>
                  <a:lnTo>
                    <a:pt x="2997765" y="50800"/>
                  </a:lnTo>
                  <a:close/>
                </a:path>
                <a:path w="5047615" h="5041900">
                  <a:moveTo>
                    <a:pt x="3134608" y="4978400"/>
                  </a:moveTo>
                  <a:lnTo>
                    <a:pt x="1912659" y="4978400"/>
                  </a:lnTo>
                  <a:lnTo>
                    <a:pt x="1734723" y="4927600"/>
                  </a:lnTo>
                  <a:lnTo>
                    <a:pt x="1691101" y="4902200"/>
                  </a:lnTo>
                  <a:lnTo>
                    <a:pt x="1562434" y="4864100"/>
                  </a:lnTo>
                  <a:lnTo>
                    <a:pt x="1520306" y="4838700"/>
                  </a:lnTo>
                  <a:lnTo>
                    <a:pt x="1478571" y="4826000"/>
                  </a:lnTo>
                  <a:lnTo>
                    <a:pt x="1437238" y="4800600"/>
                  </a:lnTo>
                  <a:lnTo>
                    <a:pt x="1396316" y="4787900"/>
                  </a:lnTo>
                  <a:lnTo>
                    <a:pt x="1315734" y="4737100"/>
                  </a:lnTo>
                  <a:lnTo>
                    <a:pt x="1276091" y="4724400"/>
                  </a:lnTo>
                  <a:lnTo>
                    <a:pt x="1198141" y="4673600"/>
                  </a:lnTo>
                  <a:lnTo>
                    <a:pt x="1122028" y="4622800"/>
                  </a:lnTo>
                  <a:lnTo>
                    <a:pt x="1047816" y="4572000"/>
                  </a:lnTo>
                  <a:lnTo>
                    <a:pt x="975573" y="4521200"/>
                  </a:lnTo>
                  <a:lnTo>
                    <a:pt x="940209" y="4495800"/>
                  </a:lnTo>
                  <a:lnTo>
                    <a:pt x="905361" y="4457700"/>
                  </a:lnTo>
                  <a:lnTo>
                    <a:pt x="871038" y="4432300"/>
                  </a:lnTo>
                  <a:lnTo>
                    <a:pt x="837248" y="4406900"/>
                  </a:lnTo>
                  <a:lnTo>
                    <a:pt x="803999" y="4368800"/>
                  </a:lnTo>
                  <a:lnTo>
                    <a:pt x="771298" y="4343400"/>
                  </a:lnTo>
                  <a:lnTo>
                    <a:pt x="739155" y="4305300"/>
                  </a:lnTo>
                  <a:lnTo>
                    <a:pt x="707577" y="4279900"/>
                  </a:lnTo>
                  <a:lnTo>
                    <a:pt x="676573" y="4241800"/>
                  </a:lnTo>
                  <a:lnTo>
                    <a:pt x="646150" y="4216400"/>
                  </a:lnTo>
                  <a:lnTo>
                    <a:pt x="616317" y="4178300"/>
                  </a:lnTo>
                  <a:lnTo>
                    <a:pt x="587082" y="4140200"/>
                  </a:lnTo>
                  <a:lnTo>
                    <a:pt x="558453" y="4102100"/>
                  </a:lnTo>
                  <a:lnTo>
                    <a:pt x="530439" y="4076700"/>
                  </a:lnTo>
                  <a:lnTo>
                    <a:pt x="503047" y="4038600"/>
                  </a:lnTo>
                  <a:lnTo>
                    <a:pt x="476286" y="4000500"/>
                  </a:lnTo>
                  <a:lnTo>
                    <a:pt x="450164" y="3962400"/>
                  </a:lnTo>
                  <a:lnTo>
                    <a:pt x="424689" y="3924300"/>
                  </a:lnTo>
                  <a:lnTo>
                    <a:pt x="399869" y="3886200"/>
                  </a:lnTo>
                  <a:lnTo>
                    <a:pt x="375712" y="3848100"/>
                  </a:lnTo>
                  <a:lnTo>
                    <a:pt x="352227" y="3810000"/>
                  </a:lnTo>
                  <a:lnTo>
                    <a:pt x="329422" y="3771900"/>
                  </a:lnTo>
                  <a:lnTo>
                    <a:pt x="307304" y="3733800"/>
                  </a:lnTo>
                  <a:lnTo>
                    <a:pt x="285883" y="3695700"/>
                  </a:lnTo>
                  <a:lnTo>
                    <a:pt x="265166" y="3657600"/>
                  </a:lnTo>
                  <a:lnTo>
                    <a:pt x="245161" y="3606800"/>
                  </a:lnTo>
                  <a:lnTo>
                    <a:pt x="225877" y="3568700"/>
                  </a:lnTo>
                  <a:lnTo>
                    <a:pt x="207321" y="3530600"/>
                  </a:lnTo>
                  <a:lnTo>
                    <a:pt x="189502" y="3479800"/>
                  </a:lnTo>
                  <a:lnTo>
                    <a:pt x="172429" y="3441700"/>
                  </a:lnTo>
                  <a:lnTo>
                    <a:pt x="156108" y="3403600"/>
                  </a:lnTo>
                  <a:lnTo>
                    <a:pt x="140550" y="3352800"/>
                  </a:lnTo>
                  <a:lnTo>
                    <a:pt x="125760" y="3314700"/>
                  </a:lnTo>
                  <a:lnTo>
                    <a:pt x="111748" y="3263900"/>
                  </a:lnTo>
                  <a:lnTo>
                    <a:pt x="98523" y="3225800"/>
                  </a:lnTo>
                  <a:lnTo>
                    <a:pt x="86091" y="3175000"/>
                  </a:lnTo>
                  <a:lnTo>
                    <a:pt x="74462" y="3136900"/>
                  </a:lnTo>
                  <a:lnTo>
                    <a:pt x="63642" y="3086100"/>
                  </a:lnTo>
                  <a:lnTo>
                    <a:pt x="53642" y="3048000"/>
                  </a:lnTo>
                  <a:lnTo>
                    <a:pt x="44468" y="2997200"/>
                  </a:lnTo>
                  <a:lnTo>
                    <a:pt x="36130" y="2946400"/>
                  </a:lnTo>
                  <a:lnTo>
                    <a:pt x="28634" y="2908300"/>
                  </a:lnTo>
                  <a:lnTo>
                    <a:pt x="21989" y="2857500"/>
                  </a:lnTo>
                  <a:lnTo>
                    <a:pt x="16204" y="2806700"/>
                  </a:lnTo>
                  <a:lnTo>
                    <a:pt x="11287" y="2768600"/>
                  </a:lnTo>
                  <a:lnTo>
                    <a:pt x="7245" y="2717800"/>
                  </a:lnTo>
                  <a:lnTo>
                    <a:pt x="4087" y="2667000"/>
                  </a:lnTo>
                  <a:lnTo>
                    <a:pt x="1822" y="2616200"/>
                  </a:lnTo>
                  <a:lnTo>
                    <a:pt x="456" y="2578100"/>
                  </a:lnTo>
                  <a:lnTo>
                    <a:pt x="0" y="2527300"/>
                  </a:lnTo>
                  <a:lnTo>
                    <a:pt x="0" y="2514600"/>
                  </a:lnTo>
                  <a:lnTo>
                    <a:pt x="456" y="2476500"/>
                  </a:lnTo>
                  <a:lnTo>
                    <a:pt x="1822" y="2425700"/>
                  </a:lnTo>
                  <a:lnTo>
                    <a:pt x="4087" y="2374900"/>
                  </a:lnTo>
                  <a:lnTo>
                    <a:pt x="7245" y="2336800"/>
                  </a:lnTo>
                  <a:lnTo>
                    <a:pt x="11287" y="2286000"/>
                  </a:lnTo>
                  <a:lnTo>
                    <a:pt x="16204" y="2235200"/>
                  </a:lnTo>
                  <a:lnTo>
                    <a:pt x="21989" y="2184400"/>
                  </a:lnTo>
                  <a:lnTo>
                    <a:pt x="28634" y="2146300"/>
                  </a:lnTo>
                  <a:lnTo>
                    <a:pt x="36130" y="2095500"/>
                  </a:lnTo>
                  <a:lnTo>
                    <a:pt x="44468" y="2044700"/>
                  </a:lnTo>
                  <a:lnTo>
                    <a:pt x="53642" y="2006600"/>
                  </a:lnTo>
                  <a:lnTo>
                    <a:pt x="63642" y="1955800"/>
                  </a:lnTo>
                  <a:lnTo>
                    <a:pt x="74462" y="1917700"/>
                  </a:lnTo>
                  <a:lnTo>
                    <a:pt x="86091" y="1866900"/>
                  </a:lnTo>
                  <a:lnTo>
                    <a:pt x="98523" y="1828800"/>
                  </a:lnTo>
                  <a:lnTo>
                    <a:pt x="111748" y="1778000"/>
                  </a:lnTo>
                  <a:lnTo>
                    <a:pt x="125760" y="1739900"/>
                  </a:lnTo>
                  <a:lnTo>
                    <a:pt x="140550" y="1689100"/>
                  </a:lnTo>
                  <a:lnTo>
                    <a:pt x="156108" y="1651000"/>
                  </a:lnTo>
                  <a:lnTo>
                    <a:pt x="172429" y="1600200"/>
                  </a:lnTo>
                  <a:lnTo>
                    <a:pt x="189502" y="1562100"/>
                  </a:lnTo>
                  <a:lnTo>
                    <a:pt x="207321" y="1524000"/>
                  </a:lnTo>
                  <a:lnTo>
                    <a:pt x="225877" y="1485900"/>
                  </a:lnTo>
                  <a:lnTo>
                    <a:pt x="245161" y="1435100"/>
                  </a:lnTo>
                  <a:lnTo>
                    <a:pt x="265166" y="1397000"/>
                  </a:lnTo>
                  <a:lnTo>
                    <a:pt x="285883" y="1358900"/>
                  </a:lnTo>
                  <a:lnTo>
                    <a:pt x="307304" y="1320800"/>
                  </a:lnTo>
                  <a:lnTo>
                    <a:pt x="329422" y="1282700"/>
                  </a:lnTo>
                  <a:lnTo>
                    <a:pt x="352227" y="1231900"/>
                  </a:lnTo>
                  <a:lnTo>
                    <a:pt x="375712" y="1193800"/>
                  </a:lnTo>
                  <a:lnTo>
                    <a:pt x="399869" y="1155700"/>
                  </a:lnTo>
                  <a:lnTo>
                    <a:pt x="424689" y="1117600"/>
                  </a:lnTo>
                  <a:lnTo>
                    <a:pt x="450164" y="1079500"/>
                  </a:lnTo>
                  <a:lnTo>
                    <a:pt x="476286" y="1054100"/>
                  </a:lnTo>
                  <a:lnTo>
                    <a:pt x="503047" y="1016000"/>
                  </a:lnTo>
                  <a:lnTo>
                    <a:pt x="530439" y="977900"/>
                  </a:lnTo>
                  <a:lnTo>
                    <a:pt x="558453" y="939800"/>
                  </a:lnTo>
                  <a:lnTo>
                    <a:pt x="587082" y="901700"/>
                  </a:lnTo>
                  <a:lnTo>
                    <a:pt x="616317" y="876300"/>
                  </a:lnTo>
                  <a:lnTo>
                    <a:pt x="646150" y="838200"/>
                  </a:lnTo>
                  <a:lnTo>
                    <a:pt x="676573" y="800100"/>
                  </a:lnTo>
                  <a:lnTo>
                    <a:pt x="707577" y="774700"/>
                  </a:lnTo>
                  <a:lnTo>
                    <a:pt x="739155" y="736600"/>
                  </a:lnTo>
                  <a:lnTo>
                    <a:pt x="771298" y="711200"/>
                  </a:lnTo>
                  <a:lnTo>
                    <a:pt x="803999" y="673100"/>
                  </a:lnTo>
                  <a:lnTo>
                    <a:pt x="837248" y="647700"/>
                  </a:lnTo>
                  <a:lnTo>
                    <a:pt x="871038" y="622300"/>
                  </a:lnTo>
                  <a:lnTo>
                    <a:pt x="905361" y="584200"/>
                  </a:lnTo>
                  <a:lnTo>
                    <a:pt x="940209" y="558800"/>
                  </a:lnTo>
                  <a:lnTo>
                    <a:pt x="975573" y="533400"/>
                  </a:lnTo>
                  <a:lnTo>
                    <a:pt x="1047816" y="482600"/>
                  </a:lnTo>
                  <a:lnTo>
                    <a:pt x="1122028" y="431800"/>
                  </a:lnTo>
                  <a:lnTo>
                    <a:pt x="1198141" y="381000"/>
                  </a:lnTo>
                  <a:lnTo>
                    <a:pt x="1276091" y="330200"/>
                  </a:lnTo>
                  <a:lnTo>
                    <a:pt x="1315734" y="304800"/>
                  </a:lnTo>
                  <a:lnTo>
                    <a:pt x="1355812" y="292100"/>
                  </a:lnTo>
                  <a:lnTo>
                    <a:pt x="1437238" y="241300"/>
                  </a:lnTo>
                  <a:lnTo>
                    <a:pt x="1478571" y="228600"/>
                  </a:lnTo>
                  <a:lnTo>
                    <a:pt x="1520306" y="203200"/>
                  </a:lnTo>
                  <a:lnTo>
                    <a:pt x="1604949" y="177800"/>
                  </a:lnTo>
                  <a:lnTo>
                    <a:pt x="1647840" y="152400"/>
                  </a:lnTo>
                  <a:lnTo>
                    <a:pt x="2003581" y="50800"/>
                  </a:lnTo>
                  <a:lnTo>
                    <a:pt x="3043686" y="50800"/>
                  </a:lnTo>
                  <a:lnTo>
                    <a:pt x="3399427" y="152400"/>
                  </a:lnTo>
                  <a:lnTo>
                    <a:pt x="3442319" y="177800"/>
                  </a:lnTo>
                  <a:lnTo>
                    <a:pt x="3526962" y="203200"/>
                  </a:lnTo>
                  <a:lnTo>
                    <a:pt x="3568696" y="228600"/>
                  </a:lnTo>
                  <a:lnTo>
                    <a:pt x="3610029" y="241300"/>
                  </a:lnTo>
                  <a:lnTo>
                    <a:pt x="3691456" y="292100"/>
                  </a:lnTo>
                  <a:lnTo>
                    <a:pt x="3731534" y="304800"/>
                  </a:lnTo>
                  <a:lnTo>
                    <a:pt x="3771177" y="330200"/>
                  </a:lnTo>
                  <a:lnTo>
                    <a:pt x="3849127" y="381000"/>
                  </a:lnTo>
                  <a:lnTo>
                    <a:pt x="3925240" y="431800"/>
                  </a:lnTo>
                  <a:lnTo>
                    <a:pt x="3999451" y="482600"/>
                  </a:lnTo>
                  <a:lnTo>
                    <a:pt x="4071695" y="533400"/>
                  </a:lnTo>
                  <a:lnTo>
                    <a:pt x="4107059" y="558800"/>
                  </a:lnTo>
                  <a:lnTo>
                    <a:pt x="4141906" y="584200"/>
                  </a:lnTo>
                  <a:lnTo>
                    <a:pt x="4176229" y="622300"/>
                  </a:lnTo>
                  <a:lnTo>
                    <a:pt x="4210020" y="647700"/>
                  </a:lnTo>
                  <a:lnTo>
                    <a:pt x="4243269" y="673100"/>
                  </a:lnTo>
                  <a:lnTo>
                    <a:pt x="4275969" y="711200"/>
                  </a:lnTo>
                  <a:lnTo>
                    <a:pt x="4308113" y="736600"/>
                  </a:lnTo>
                  <a:lnTo>
                    <a:pt x="4339691" y="774700"/>
                  </a:lnTo>
                  <a:lnTo>
                    <a:pt x="4370695" y="800100"/>
                  </a:lnTo>
                  <a:lnTo>
                    <a:pt x="4401118" y="838200"/>
                  </a:lnTo>
                  <a:lnTo>
                    <a:pt x="4430951" y="876300"/>
                  </a:lnTo>
                  <a:lnTo>
                    <a:pt x="4460185" y="901700"/>
                  </a:lnTo>
                  <a:lnTo>
                    <a:pt x="4488814" y="939800"/>
                  </a:lnTo>
                  <a:lnTo>
                    <a:pt x="4516828" y="977900"/>
                  </a:lnTo>
                  <a:lnTo>
                    <a:pt x="4544220" y="1016000"/>
                  </a:lnTo>
                  <a:lnTo>
                    <a:pt x="4570981" y="1054100"/>
                  </a:lnTo>
                  <a:lnTo>
                    <a:pt x="4597103" y="1079500"/>
                  </a:lnTo>
                  <a:lnTo>
                    <a:pt x="4622579" y="1117600"/>
                  </a:lnTo>
                  <a:lnTo>
                    <a:pt x="4647399" y="1155700"/>
                  </a:lnTo>
                  <a:lnTo>
                    <a:pt x="4671555" y="1193800"/>
                  </a:lnTo>
                  <a:lnTo>
                    <a:pt x="4695040" y="1231900"/>
                  </a:lnTo>
                  <a:lnTo>
                    <a:pt x="4717846" y="1282700"/>
                  </a:lnTo>
                  <a:lnTo>
                    <a:pt x="4739963" y="1320800"/>
                  </a:lnTo>
                  <a:lnTo>
                    <a:pt x="4761385" y="1358900"/>
                  </a:lnTo>
                  <a:lnTo>
                    <a:pt x="4782102" y="1397000"/>
                  </a:lnTo>
                  <a:lnTo>
                    <a:pt x="4802107" y="1435100"/>
                  </a:lnTo>
                  <a:lnTo>
                    <a:pt x="4821391" y="1485900"/>
                  </a:lnTo>
                  <a:lnTo>
                    <a:pt x="4839946" y="1524000"/>
                  </a:lnTo>
                  <a:lnTo>
                    <a:pt x="4857765" y="1562100"/>
                  </a:lnTo>
                  <a:lnTo>
                    <a:pt x="4874839" y="1600200"/>
                  </a:lnTo>
                  <a:lnTo>
                    <a:pt x="4891159" y="1651000"/>
                  </a:lnTo>
                  <a:lnTo>
                    <a:pt x="4906718" y="1689100"/>
                  </a:lnTo>
                  <a:lnTo>
                    <a:pt x="4921507" y="1739900"/>
                  </a:lnTo>
                  <a:lnTo>
                    <a:pt x="4935519" y="1778000"/>
                  </a:lnTo>
                  <a:lnTo>
                    <a:pt x="4948745" y="1828800"/>
                  </a:lnTo>
                  <a:lnTo>
                    <a:pt x="4961177" y="1866900"/>
                  </a:lnTo>
                  <a:lnTo>
                    <a:pt x="4972806" y="1917700"/>
                  </a:lnTo>
                  <a:lnTo>
                    <a:pt x="4983625" y="1955800"/>
                  </a:lnTo>
                  <a:lnTo>
                    <a:pt x="4993626" y="2006600"/>
                  </a:lnTo>
                  <a:lnTo>
                    <a:pt x="5002799" y="2044700"/>
                  </a:lnTo>
                  <a:lnTo>
                    <a:pt x="5011138" y="2095500"/>
                  </a:lnTo>
                  <a:lnTo>
                    <a:pt x="5018634" y="2146300"/>
                  </a:lnTo>
                  <a:lnTo>
                    <a:pt x="5025278" y="2184400"/>
                  </a:lnTo>
                  <a:lnTo>
                    <a:pt x="5031063" y="2235200"/>
                  </a:lnTo>
                  <a:lnTo>
                    <a:pt x="5035981" y="2286000"/>
                  </a:lnTo>
                  <a:lnTo>
                    <a:pt x="5040022" y="2336800"/>
                  </a:lnTo>
                  <a:lnTo>
                    <a:pt x="5043180" y="2374900"/>
                  </a:lnTo>
                  <a:lnTo>
                    <a:pt x="5045446" y="2425700"/>
                  </a:lnTo>
                  <a:lnTo>
                    <a:pt x="5046811" y="2476500"/>
                  </a:lnTo>
                  <a:lnTo>
                    <a:pt x="5047268" y="2514600"/>
                  </a:lnTo>
                  <a:lnTo>
                    <a:pt x="5046811" y="2578100"/>
                  </a:lnTo>
                  <a:lnTo>
                    <a:pt x="5045446" y="2616200"/>
                  </a:lnTo>
                  <a:lnTo>
                    <a:pt x="5043180" y="2667000"/>
                  </a:lnTo>
                  <a:lnTo>
                    <a:pt x="5040022" y="2717800"/>
                  </a:lnTo>
                  <a:lnTo>
                    <a:pt x="5035981" y="2768600"/>
                  </a:lnTo>
                  <a:lnTo>
                    <a:pt x="5031063" y="2806700"/>
                  </a:lnTo>
                  <a:lnTo>
                    <a:pt x="5025278" y="2857500"/>
                  </a:lnTo>
                  <a:lnTo>
                    <a:pt x="5018634" y="2908300"/>
                  </a:lnTo>
                  <a:lnTo>
                    <a:pt x="5011138" y="2946400"/>
                  </a:lnTo>
                  <a:lnTo>
                    <a:pt x="5002799" y="2997200"/>
                  </a:lnTo>
                  <a:lnTo>
                    <a:pt x="4993626" y="3048000"/>
                  </a:lnTo>
                  <a:lnTo>
                    <a:pt x="4983625" y="3086100"/>
                  </a:lnTo>
                  <a:lnTo>
                    <a:pt x="4972806" y="3136900"/>
                  </a:lnTo>
                  <a:lnTo>
                    <a:pt x="4961177" y="3175000"/>
                  </a:lnTo>
                  <a:lnTo>
                    <a:pt x="4948745" y="3225800"/>
                  </a:lnTo>
                  <a:lnTo>
                    <a:pt x="4935519" y="3263900"/>
                  </a:lnTo>
                  <a:lnTo>
                    <a:pt x="4921507" y="3314700"/>
                  </a:lnTo>
                  <a:lnTo>
                    <a:pt x="4906718" y="3352800"/>
                  </a:lnTo>
                  <a:lnTo>
                    <a:pt x="4891159" y="3403600"/>
                  </a:lnTo>
                  <a:lnTo>
                    <a:pt x="4874839" y="3441700"/>
                  </a:lnTo>
                  <a:lnTo>
                    <a:pt x="4857765" y="3479800"/>
                  </a:lnTo>
                  <a:lnTo>
                    <a:pt x="4839946" y="3530600"/>
                  </a:lnTo>
                  <a:lnTo>
                    <a:pt x="4821391" y="3568700"/>
                  </a:lnTo>
                  <a:lnTo>
                    <a:pt x="4802107" y="3606800"/>
                  </a:lnTo>
                  <a:lnTo>
                    <a:pt x="4782102" y="3657600"/>
                  </a:lnTo>
                  <a:lnTo>
                    <a:pt x="4761385" y="3695700"/>
                  </a:lnTo>
                  <a:lnTo>
                    <a:pt x="4739963" y="3733800"/>
                  </a:lnTo>
                  <a:lnTo>
                    <a:pt x="4717846" y="3771900"/>
                  </a:lnTo>
                  <a:lnTo>
                    <a:pt x="4695040" y="3810000"/>
                  </a:lnTo>
                  <a:lnTo>
                    <a:pt x="4671555" y="3848100"/>
                  </a:lnTo>
                  <a:lnTo>
                    <a:pt x="4647399" y="3886200"/>
                  </a:lnTo>
                  <a:lnTo>
                    <a:pt x="4622579" y="3924300"/>
                  </a:lnTo>
                  <a:lnTo>
                    <a:pt x="4597103" y="3962400"/>
                  </a:lnTo>
                  <a:lnTo>
                    <a:pt x="4570981" y="4000500"/>
                  </a:lnTo>
                  <a:lnTo>
                    <a:pt x="4544220" y="4038600"/>
                  </a:lnTo>
                  <a:lnTo>
                    <a:pt x="4516828" y="4076700"/>
                  </a:lnTo>
                  <a:lnTo>
                    <a:pt x="4488814" y="4102100"/>
                  </a:lnTo>
                  <a:lnTo>
                    <a:pt x="4460185" y="4140200"/>
                  </a:lnTo>
                  <a:lnTo>
                    <a:pt x="4430951" y="4178300"/>
                  </a:lnTo>
                  <a:lnTo>
                    <a:pt x="4401118" y="4216400"/>
                  </a:lnTo>
                  <a:lnTo>
                    <a:pt x="4370695" y="4241800"/>
                  </a:lnTo>
                  <a:lnTo>
                    <a:pt x="4339691" y="4279900"/>
                  </a:lnTo>
                  <a:lnTo>
                    <a:pt x="4308113" y="4305300"/>
                  </a:lnTo>
                  <a:lnTo>
                    <a:pt x="4275969" y="4343400"/>
                  </a:lnTo>
                  <a:lnTo>
                    <a:pt x="4243269" y="4368800"/>
                  </a:lnTo>
                  <a:lnTo>
                    <a:pt x="4210020" y="4406900"/>
                  </a:lnTo>
                  <a:lnTo>
                    <a:pt x="4176229" y="4432300"/>
                  </a:lnTo>
                  <a:lnTo>
                    <a:pt x="4141906" y="4457700"/>
                  </a:lnTo>
                  <a:lnTo>
                    <a:pt x="4107059" y="4495800"/>
                  </a:lnTo>
                  <a:lnTo>
                    <a:pt x="4071695" y="4521200"/>
                  </a:lnTo>
                  <a:lnTo>
                    <a:pt x="3999451" y="4572000"/>
                  </a:lnTo>
                  <a:lnTo>
                    <a:pt x="3925240" y="4622800"/>
                  </a:lnTo>
                  <a:lnTo>
                    <a:pt x="3849127" y="4673600"/>
                  </a:lnTo>
                  <a:lnTo>
                    <a:pt x="3771177" y="4724400"/>
                  </a:lnTo>
                  <a:lnTo>
                    <a:pt x="3731534" y="4737100"/>
                  </a:lnTo>
                  <a:lnTo>
                    <a:pt x="3650952" y="4787900"/>
                  </a:lnTo>
                  <a:lnTo>
                    <a:pt x="3610029" y="4800600"/>
                  </a:lnTo>
                  <a:lnTo>
                    <a:pt x="3568696" y="4826000"/>
                  </a:lnTo>
                  <a:lnTo>
                    <a:pt x="3526962" y="4838700"/>
                  </a:lnTo>
                  <a:lnTo>
                    <a:pt x="3484833" y="4864100"/>
                  </a:lnTo>
                  <a:lnTo>
                    <a:pt x="3356166" y="4902200"/>
                  </a:lnTo>
                  <a:lnTo>
                    <a:pt x="3312544" y="4927600"/>
                  </a:lnTo>
                  <a:lnTo>
                    <a:pt x="3134608" y="4978400"/>
                  </a:lnTo>
                  <a:close/>
                </a:path>
                <a:path w="5047615" h="5041900">
                  <a:moveTo>
                    <a:pt x="2951548" y="5016500"/>
                  </a:moveTo>
                  <a:lnTo>
                    <a:pt x="2095719" y="5016500"/>
                  </a:lnTo>
                  <a:lnTo>
                    <a:pt x="1957964" y="4978400"/>
                  </a:lnTo>
                  <a:lnTo>
                    <a:pt x="3089303" y="4978400"/>
                  </a:lnTo>
                  <a:lnTo>
                    <a:pt x="2951548" y="5016500"/>
                  </a:lnTo>
                  <a:close/>
                </a:path>
                <a:path w="5047615" h="5041900">
                  <a:moveTo>
                    <a:pt x="2858260" y="5029200"/>
                  </a:moveTo>
                  <a:lnTo>
                    <a:pt x="2189008" y="5029200"/>
                  </a:lnTo>
                  <a:lnTo>
                    <a:pt x="2142224" y="5016500"/>
                  </a:lnTo>
                  <a:lnTo>
                    <a:pt x="2905044" y="5016500"/>
                  </a:lnTo>
                  <a:lnTo>
                    <a:pt x="2858260" y="5029200"/>
                  </a:lnTo>
                  <a:close/>
                </a:path>
                <a:path w="5047615" h="5041900">
                  <a:moveTo>
                    <a:pt x="2763886" y="5041900"/>
                  </a:moveTo>
                  <a:lnTo>
                    <a:pt x="2283381" y="5041900"/>
                  </a:lnTo>
                  <a:lnTo>
                    <a:pt x="2236063" y="5029200"/>
                  </a:lnTo>
                  <a:lnTo>
                    <a:pt x="2811204" y="5029200"/>
                  </a:lnTo>
                  <a:lnTo>
                    <a:pt x="2763886" y="5041900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053261" y="3983998"/>
              <a:ext cx="4195038" cy="4407041"/>
            </a:xfrm>
            <a:custGeom>
              <a:avLst/>
              <a:gdLst/>
              <a:ahLst/>
              <a:cxnLst/>
              <a:rect l="l" t="t" r="r" b="b"/>
              <a:pathLst>
                <a:path w="4368165" h="4343400">
                  <a:moveTo>
                    <a:pt x="2421789" y="12700"/>
                  </a:moveTo>
                  <a:lnTo>
                    <a:pt x="1945883" y="12700"/>
                  </a:lnTo>
                  <a:lnTo>
                    <a:pt x="1992923" y="0"/>
                  </a:lnTo>
                  <a:lnTo>
                    <a:pt x="2374750" y="0"/>
                  </a:lnTo>
                  <a:lnTo>
                    <a:pt x="2421789" y="12700"/>
                  </a:lnTo>
                  <a:close/>
                </a:path>
                <a:path w="4368165" h="4343400">
                  <a:moveTo>
                    <a:pt x="2514967" y="25400"/>
                  </a:moveTo>
                  <a:lnTo>
                    <a:pt x="1852706" y="25400"/>
                  </a:lnTo>
                  <a:lnTo>
                    <a:pt x="1899141" y="12700"/>
                  </a:lnTo>
                  <a:lnTo>
                    <a:pt x="2468532" y="12700"/>
                  </a:lnTo>
                  <a:lnTo>
                    <a:pt x="2514967" y="25400"/>
                  </a:lnTo>
                  <a:close/>
                </a:path>
                <a:path w="4368165" h="4343400">
                  <a:moveTo>
                    <a:pt x="2652321" y="50800"/>
                  </a:moveTo>
                  <a:lnTo>
                    <a:pt x="1715352" y="50800"/>
                  </a:lnTo>
                  <a:lnTo>
                    <a:pt x="1806589" y="25400"/>
                  </a:lnTo>
                  <a:lnTo>
                    <a:pt x="2561084" y="25400"/>
                  </a:lnTo>
                  <a:lnTo>
                    <a:pt x="2652321" y="50800"/>
                  </a:lnTo>
                  <a:close/>
                </a:path>
                <a:path w="4368165" h="4343400">
                  <a:moveTo>
                    <a:pt x="2652321" y="4318000"/>
                  </a:moveTo>
                  <a:lnTo>
                    <a:pt x="1715352" y="4318000"/>
                  </a:lnTo>
                  <a:lnTo>
                    <a:pt x="1450387" y="4241800"/>
                  </a:lnTo>
                  <a:lnTo>
                    <a:pt x="1407614" y="4216400"/>
                  </a:lnTo>
                  <a:lnTo>
                    <a:pt x="1323352" y="4191000"/>
                  </a:lnTo>
                  <a:lnTo>
                    <a:pt x="1281884" y="4165600"/>
                  </a:lnTo>
                  <a:lnTo>
                    <a:pt x="1240874" y="4152900"/>
                  </a:lnTo>
                  <a:lnTo>
                    <a:pt x="1160266" y="4102100"/>
                  </a:lnTo>
                  <a:lnTo>
                    <a:pt x="1120689" y="4089400"/>
                  </a:lnTo>
                  <a:lnTo>
                    <a:pt x="1043045" y="4038600"/>
                  </a:lnTo>
                  <a:lnTo>
                    <a:pt x="967484" y="3987800"/>
                  </a:lnTo>
                  <a:lnTo>
                    <a:pt x="930511" y="3962400"/>
                  </a:lnTo>
                  <a:lnTo>
                    <a:pt x="894091" y="3937000"/>
                  </a:lnTo>
                  <a:lnTo>
                    <a:pt x="858234" y="3911600"/>
                  </a:lnTo>
                  <a:lnTo>
                    <a:pt x="822951" y="3886200"/>
                  </a:lnTo>
                  <a:lnTo>
                    <a:pt x="788252" y="3860800"/>
                  </a:lnTo>
                  <a:lnTo>
                    <a:pt x="754149" y="3835400"/>
                  </a:lnTo>
                  <a:lnTo>
                    <a:pt x="720652" y="3797300"/>
                  </a:lnTo>
                  <a:lnTo>
                    <a:pt x="687772" y="3771900"/>
                  </a:lnTo>
                  <a:lnTo>
                    <a:pt x="655519" y="3733800"/>
                  </a:lnTo>
                  <a:lnTo>
                    <a:pt x="623903" y="3708400"/>
                  </a:lnTo>
                  <a:lnTo>
                    <a:pt x="592937" y="3670300"/>
                  </a:lnTo>
                  <a:lnTo>
                    <a:pt x="562629" y="3644900"/>
                  </a:lnTo>
                  <a:lnTo>
                    <a:pt x="532992" y="3606800"/>
                  </a:lnTo>
                  <a:lnTo>
                    <a:pt x="504035" y="3568700"/>
                  </a:lnTo>
                  <a:lnTo>
                    <a:pt x="475769" y="3543300"/>
                  </a:lnTo>
                  <a:lnTo>
                    <a:pt x="448205" y="3505200"/>
                  </a:lnTo>
                  <a:lnTo>
                    <a:pt x="421353" y="3467100"/>
                  </a:lnTo>
                  <a:lnTo>
                    <a:pt x="395225" y="3429000"/>
                  </a:lnTo>
                  <a:lnTo>
                    <a:pt x="369831" y="3390900"/>
                  </a:lnTo>
                  <a:lnTo>
                    <a:pt x="345181" y="3352800"/>
                  </a:lnTo>
                  <a:lnTo>
                    <a:pt x="321286" y="3314700"/>
                  </a:lnTo>
                  <a:lnTo>
                    <a:pt x="298157" y="3276600"/>
                  </a:lnTo>
                  <a:lnTo>
                    <a:pt x="275805" y="3238500"/>
                  </a:lnTo>
                  <a:lnTo>
                    <a:pt x="254240" y="3200400"/>
                  </a:lnTo>
                  <a:lnTo>
                    <a:pt x="233472" y="3162300"/>
                  </a:lnTo>
                  <a:lnTo>
                    <a:pt x="213513" y="3124200"/>
                  </a:lnTo>
                  <a:lnTo>
                    <a:pt x="194373" y="3086100"/>
                  </a:lnTo>
                  <a:lnTo>
                    <a:pt x="176063" y="3035300"/>
                  </a:lnTo>
                  <a:lnTo>
                    <a:pt x="158593" y="2997200"/>
                  </a:lnTo>
                  <a:lnTo>
                    <a:pt x="141974" y="2959100"/>
                  </a:lnTo>
                  <a:lnTo>
                    <a:pt x="126218" y="2908300"/>
                  </a:lnTo>
                  <a:lnTo>
                    <a:pt x="111333" y="2870200"/>
                  </a:lnTo>
                  <a:lnTo>
                    <a:pt x="97331" y="2819400"/>
                  </a:lnTo>
                  <a:lnTo>
                    <a:pt x="84224" y="2781300"/>
                  </a:lnTo>
                  <a:lnTo>
                    <a:pt x="72020" y="2743200"/>
                  </a:lnTo>
                  <a:lnTo>
                    <a:pt x="60732" y="2692400"/>
                  </a:lnTo>
                  <a:lnTo>
                    <a:pt x="50369" y="2641600"/>
                  </a:lnTo>
                  <a:lnTo>
                    <a:pt x="40943" y="2603500"/>
                  </a:lnTo>
                  <a:lnTo>
                    <a:pt x="32463" y="2552700"/>
                  </a:lnTo>
                  <a:lnTo>
                    <a:pt x="24942" y="2514600"/>
                  </a:lnTo>
                  <a:lnTo>
                    <a:pt x="18388" y="2463800"/>
                  </a:lnTo>
                  <a:lnTo>
                    <a:pt x="12814" y="2413000"/>
                  </a:lnTo>
                  <a:lnTo>
                    <a:pt x="8229" y="2374900"/>
                  </a:lnTo>
                  <a:lnTo>
                    <a:pt x="4645" y="2324100"/>
                  </a:lnTo>
                  <a:lnTo>
                    <a:pt x="2071" y="2273300"/>
                  </a:lnTo>
                  <a:lnTo>
                    <a:pt x="519" y="2222500"/>
                  </a:lnTo>
                  <a:lnTo>
                    <a:pt x="0" y="2184400"/>
                  </a:lnTo>
                  <a:lnTo>
                    <a:pt x="519" y="2133600"/>
                  </a:lnTo>
                  <a:lnTo>
                    <a:pt x="2071" y="2082800"/>
                  </a:lnTo>
                  <a:lnTo>
                    <a:pt x="4645" y="2032000"/>
                  </a:lnTo>
                  <a:lnTo>
                    <a:pt x="8229" y="1993900"/>
                  </a:lnTo>
                  <a:lnTo>
                    <a:pt x="12814" y="1943100"/>
                  </a:lnTo>
                  <a:lnTo>
                    <a:pt x="18388" y="1892300"/>
                  </a:lnTo>
                  <a:lnTo>
                    <a:pt x="24942" y="1841500"/>
                  </a:lnTo>
                  <a:lnTo>
                    <a:pt x="32463" y="1803400"/>
                  </a:lnTo>
                  <a:lnTo>
                    <a:pt x="40943" y="1752600"/>
                  </a:lnTo>
                  <a:lnTo>
                    <a:pt x="50369" y="1714500"/>
                  </a:lnTo>
                  <a:lnTo>
                    <a:pt x="60732" y="1663700"/>
                  </a:lnTo>
                  <a:lnTo>
                    <a:pt x="72020" y="1625600"/>
                  </a:lnTo>
                  <a:lnTo>
                    <a:pt x="84224" y="1574800"/>
                  </a:lnTo>
                  <a:lnTo>
                    <a:pt x="97331" y="1536700"/>
                  </a:lnTo>
                  <a:lnTo>
                    <a:pt x="111333" y="1485900"/>
                  </a:lnTo>
                  <a:lnTo>
                    <a:pt x="126218" y="1447800"/>
                  </a:lnTo>
                  <a:lnTo>
                    <a:pt x="141974" y="1397000"/>
                  </a:lnTo>
                  <a:lnTo>
                    <a:pt x="158593" y="1358900"/>
                  </a:lnTo>
                  <a:lnTo>
                    <a:pt x="176063" y="1320800"/>
                  </a:lnTo>
                  <a:lnTo>
                    <a:pt x="194373" y="1282700"/>
                  </a:lnTo>
                  <a:lnTo>
                    <a:pt x="213513" y="1231900"/>
                  </a:lnTo>
                  <a:lnTo>
                    <a:pt x="233472" y="1193800"/>
                  </a:lnTo>
                  <a:lnTo>
                    <a:pt x="254240" y="1155700"/>
                  </a:lnTo>
                  <a:lnTo>
                    <a:pt x="275805" y="1117600"/>
                  </a:lnTo>
                  <a:lnTo>
                    <a:pt x="298157" y="1079500"/>
                  </a:lnTo>
                  <a:lnTo>
                    <a:pt x="321286" y="1041400"/>
                  </a:lnTo>
                  <a:lnTo>
                    <a:pt x="345181" y="1003300"/>
                  </a:lnTo>
                  <a:lnTo>
                    <a:pt x="369831" y="965200"/>
                  </a:lnTo>
                  <a:lnTo>
                    <a:pt x="395225" y="927100"/>
                  </a:lnTo>
                  <a:lnTo>
                    <a:pt x="421353" y="889000"/>
                  </a:lnTo>
                  <a:lnTo>
                    <a:pt x="448205" y="850900"/>
                  </a:lnTo>
                  <a:lnTo>
                    <a:pt x="475769" y="812800"/>
                  </a:lnTo>
                  <a:lnTo>
                    <a:pt x="504035" y="787400"/>
                  </a:lnTo>
                  <a:lnTo>
                    <a:pt x="532992" y="749300"/>
                  </a:lnTo>
                  <a:lnTo>
                    <a:pt x="562629" y="711200"/>
                  </a:lnTo>
                  <a:lnTo>
                    <a:pt x="592937" y="685800"/>
                  </a:lnTo>
                  <a:lnTo>
                    <a:pt x="623903" y="647700"/>
                  </a:lnTo>
                  <a:lnTo>
                    <a:pt x="655519" y="622300"/>
                  </a:lnTo>
                  <a:lnTo>
                    <a:pt x="687772" y="584200"/>
                  </a:lnTo>
                  <a:lnTo>
                    <a:pt x="720652" y="558800"/>
                  </a:lnTo>
                  <a:lnTo>
                    <a:pt x="754149" y="533400"/>
                  </a:lnTo>
                  <a:lnTo>
                    <a:pt x="788252" y="495300"/>
                  </a:lnTo>
                  <a:lnTo>
                    <a:pt x="822951" y="469900"/>
                  </a:lnTo>
                  <a:lnTo>
                    <a:pt x="858234" y="444500"/>
                  </a:lnTo>
                  <a:lnTo>
                    <a:pt x="894091" y="419100"/>
                  </a:lnTo>
                  <a:lnTo>
                    <a:pt x="930511" y="393700"/>
                  </a:lnTo>
                  <a:lnTo>
                    <a:pt x="1004999" y="342900"/>
                  </a:lnTo>
                  <a:lnTo>
                    <a:pt x="1081612" y="292100"/>
                  </a:lnTo>
                  <a:lnTo>
                    <a:pt x="1120689" y="266700"/>
                  </a:lnTo>
                  <a:lnTo>
                    <a:pt x="1160266" y="254000"/>
                  </a:lnTo>
                  <a:lnTo>
                    <a:pt x="1240874" y="203200"/>
                  </a:lnTo>
                  <a:lnTo>
                    <a:pt x="1281884" y="190500"/>
                  </a:lnTo>
                  <a:lnTo>
                    <a:pt x="1323352" y="165100"/>
                  </a:lnTo>
                  <a:lnTo>
                    <a:pt x="1450387" y="127000"/>
                  </a:lnTo>
                  <a:lnTo>
                    <a:pt x="1493575" y="101600"/>
                  </a:lnTo>
                  <a:lnTo>
                    <a:pt x="1670254" y="50800"/>
                  </a:lnTo>
                  <a:lnTo>
                    <a:pt x="2697419" y="50800"/>
                  </a:lnTo>
                  <a:lnTo>
                    <a:pt x="2874098" y="101600"/>
                  </a:lnTo>
                  <a:lnTo>
                    <a:pt x="2917285" y="127000"/>
                  </a:lnTo>
                  <a:lnTo>
                    <a:pt x="3044321" y="165100"/>
                  </a:lnTo>
                  <a:lnTo>
                    <a:pt x="3085788" y="190500"/>
                  </a:lnTo>
                  <a:lnTo>
                    <a:pt x="3126799" y="203200"/>
                  </a:lnTo>
                  <a:lnTo>
                    <a:pt x="3207407" y="254000"/>
                  </a:lnTo>
                  <a:lnTo>
                    <a:pt x="3246984" y="266700"/>
                  </a:lnTo>
                  <a:lnTo>
                    <a:pt x="3286061" y="292100"/>
                  </a:lnTo>
                  <a:lnTo>
                    <a:pt x="3362674" y="342900"/>
                  </a:lnTo>
                  <a:lnTo>
                    <a:pt x="3437162" y="393700"/>
                  </a:lnTo>
                  <a:lnTo>
                    <a:pt x="3473582" y="419100"/>
                  </a:lnTo>
                  <a:lnTo>
                    <a:pt x="3509439" y="444500"/>
                  </a:lnTo>
                  <a:lnTo>
                    <a:pt x="3544722" y="469900"/>
                  </a:lnTo>
                  <a:lnTo>
                    <a:pt x="3579420" y="495300"/>
                  </a:lnTo>
                  <a:lnTo>
                    <a:pt x="3613523" y="533400"/>
                  </a:lnTo>
                  <a:lnTo>
                    <a:pt x="3647021" y="558800"/>
                  </a:lnTo>
                  <a:lnTo>
                    <a:pt x="3679901" y="584200"/>
                  </a:lnTo>
                  <a:lnTo>
                    <a:pt x="3712154" y="622300"/>
                  </a:lnTo>
                  <a:lnTo>
                    <a:pt x="3743770" y="647700"/>
                  </a:lnTo>
                  <a:lnTo>
                    <a:pt x="3774736" y="685800"/>
                  </a:lnTo>
                  <a:lnTo>
                    <a:pt x="3805044" y="711200"/>
                  </a:lnTo>
                  <a:lnTo>
                    <a:pt x="3834681" y="749300"/>
                  </a:lnTo>
                  <a:lnTo>
                    <a:pt x="3863638" y="787400"/>
                  </a:lnTo>
                  <a:lnTo>
                    <a:pt x="3891904" y="812800"/>
                  </a:lnTo>
                  <a:lnTo>
                    <a:pt x="3919468" y="850900"/>
                  </a:lnTo>
                  <a:lnTo>
                    <a:pt x="3946320" y="889000"/>
                  </a:lnTo>
                  <a:lnTo>
                    <a:pt x="3972448" y="927100"/>
                  </a:lnTo>
                  <a:lnTo>
                    <a:pt x="3997842" y="965200"/>
                  </a:lnTo>
                  <a:lnTo>
                    <a:pt x="4022492" y="1003300"/>
                  </a:lnTo>
                  <a:lnTo>
                    <a:pt x="4046387" y="1041400"/>
                  </a:lnTo>
                  <a:lnTo>
                    <a:pt x="4069516" y="1079500"/>
                  </a:lnTo>
                  <a:lnTo>
                    <a:pt x="4091868" y="1117600"/>
                  </a:lnTo>
                  <a:lnTo>
                    <a:pt x="4113433" y="1155700"/>
                  </a:lnTo>
                  <a:lnTo>
                    <a:pt x="4134201" y="1193800"/>
                  </a:lnTo>
                  <a:lnTo>
                    <a:pt x="4154160" y="1231900"/>
                  </a:lnTo>
                  <a:lnTo>
                    <a:pt x="4173300" y="1282700"/>
                  </a:lnTo>
                  <a:lnTo>
                    <a:pt x="4191610" y="1320800"/>
                  </a:lnTo>
                  <a:lnTo>
                    <a:pt x="4209080" y="1358900"/>
                  </a:lnTo>
                  <a:lnTo>
                    <a:pt x="4225699" y="1397000"/>
                  </a:lnTo>
                  <a:lnTo>
                    <a:pt x="4241456" y="1447800"/>
                  </a:lnTo>
                  <a:lnTo>
                    <a:pt x="4256340" y="1485900"/>
                  </a:lnTo>
                  <a:lnTo>
                    <a:pt x="4270342" y="1536700"/>
                  </a:lnTo>
                  <a:lnTo>
                    <a:pt x="4283449" y="1574800"/>
                  </a:lnTo>
                  <a:lnTo>
                    <a:pt x="4295653" y="1625600"/>
                  </a:lnTo>
                  <a:lnTo>
                    <a:pt x="4306941" y="1663700"/>
                  </a:lnTo>
                  <a:lnTo>
                    <a:pt x="4317304" y="1714500"/>
                  </a:lnTo>
                  <a:lnTo>
                    <a:pt x="4326730" y="1752600"/>
                  </a:lnTo>
                  <a:lnTo>
                    <a:pt x="4335210" y="1803400"/>
                  </a:lnTo>
                  <a:lnTo>
                    <a:pt x="4342731" y="1841500"/>
                  </a:lnTo>
                  <a:lnTo>
                    <a:pt x="4349285" y="1892300"/>
                  </a:lnTo>
                  <a:lnTo>
                    <a:pt x="4354859" y="1943100"/>
                  </a:lnTo>
                  <a:lnTo>
                    <a:pt x="4359444" y="1993900"/>
                  </a:lnTo>
                  <a:lnTo>
                    <a:pt x="4363028" y="2032000"/>
                  </a:lnTo>
                  <a:lnTo>
                    <a:pt x="4365602" y="2082800"/>
                  </a:lnTo>
                  <a:lnTo>
                    <a:pt x="4367154" y="2133600"/>
                  </a:lnTo>
                  <a:lnTo>
                    <a:pt x="4367673" y="2171700"/>
                  </a:lnTo>
                  <a:lnTo>
                    <a:pt x="4367154" y="2222500"/>
                  </a:lnTo>
                  <a:lnTo>
                    <a:pt x="4365602" y="2273300"/>
                  </a:lnTo>
                  <a:lnTo>
                    <a:pt x="4363028" y="2324100"/>
                  </a:lnTo>
                  <a:lnTo>
                    <a:pt x="4359444" y="2374900"/>
                  </a:lnTo>
                  <a:lnTo>
                    <a:pt x="4354859" y="2413000"/>
                  </a:lnTo>
                  <a:lnTo>
                    <a:pt x="4349285" y="2463800"/>
                  </a:lnTo>
                  <a:lnTo>
                    <a:pt x="4342731" y="2514600"/>
                  </a:lnTo>
                  <a:lnTo>
                    <a:pt x="4335210" y="2552700"/>
                  </a:lnTo>
                  <a:lnTo>
                    <a:pt x="4326730" y="2603500"/>
                  </a:lnTo>
                  <a:lnTo>
                    <a:pt x="4317304" y="2641600"/>
                  </a:lnTo>
                  <a:lnTo>
                    <a:pt x="4306941" y="2692400"/>
                  </a:lnTo>
                  <a:lnTo>
                    <a:pt x="4295653" y="2743200"/>
                  </a:lnTo>
                  <a:lnTo>
                    <a:pt x="4283449" y="2781300"/>
                  </a:lnTo>
                  <a:lnTo>
                    <a:pt x="4270342" y="2819400"/>
                  </a:lnTo>
                  <a:lnTo>
                    <a:pt x="4256340" y="2870200"/>
                  </a:lnTo>
                  <a:lnTo>
                    <a:pt x="4241456" y="2908300"/>
                  </a:lnTo>
                  <a:lnTo>
                    <a:pt x="4225699" y="2959100"/>
                  </a:lnTo>
                  <a:lnTo>
                    <a:pt x="4209080" y="2997200"/>
                  </a:lnTo>
                  <a:lnTo>
                    <a:pt x="4191610" y="3035300"/>
                  </a:lnTo>
                  <a:lnTo>
                    <a:pt x="4173300" y="3086100"/>
                  </a:lnTo>
                  <a:lnTo>
                    <a:pt x="4154160" y="3124200"/>
                  </a:lnTo>
                  <a:lnTo>
                    <a:pt x="4134201" y="3162300"/>
                  </a:lnTo>
                  <a:lnTo>
                    <a:pt x="4113433" y="3200400"/>
                  </a:lnTo>
                  <a:lnTo>
                    <a:pt x="4091868" y="3238500"/>
                  </a:lnTo>
                  <a:lnTo>
                    <a:pt x="4069516" y="3276600"/>
                  </a:lnTo>
                  <a:lnTo>
                    <a:pt x="4046387" y="3314700"/>
                  </a:lnTo>
                  <a:lnTo>
                    <a:pt x="4022492" y="3352800"/>
                  </a:lnTo>
                  <a:lnTo>
                    <a:pt x="3997842" y="3390900"/>
                  </a:lnTo>
                  <a:lnTo>
                    <a:pt x="3972448" y="3429000"/>
                  </a:lnTo>
                  <a:lnTo>
                    <a:pt x="3946320" y="3467100"/>
                  </a:lnTo>
                  <a:lnTo>
                    <a:pt x="3919468" y="3505200"/>
                  </a:lnTo>
                  <a:lnTo>
                    <a:pt x="3891904" y="3543300"/>
                  </a:lnTo>
                  <a:lnTo>
                    <a:pt x="3863638" y="3568700"/>
                  </a:lnTo>
                  <a:lnTo>
                    <a:pt x="3834681" y="3606800"/>
                  </a:lnTo>
                  <a:lnTo>
                    <a:pt x="3805044" y="3644900"/>
                  </a:lnTo>
                  <a:lnTo>
                    <a:pt x="3774736" y="3670300"/>
                  </a:lnTo>
                  <a:lnTo>
                    <a:pt x="3743770" y="3708400"/>
                  </a:lnTo>
                  <a:lnTo>
                    <a:pt x="3712154" y="3733800"/>
                  </a:lnTo>
                  <a:lnTo>
                    <a:pt x="3679901" y="3771900"/>
                  </a:lnTo>
                  <a:lnTo>
                    <a:pt x="3647021" y="3797300"/>
                  </a:lnTo>
                  <a:lnTo>
                    <a:pt x="3613523" y="3835400"/>
                  </a:lnTo>
                  <a:lnTo>
                    <a:pt x="3579420" y="3860800"/>
                  </a:lnTo>
                  <a:lnTo>
                    <a:pt x="3544722" y="3886200"/>
                  </a:lnTo>
                  <a:lnTo>
                    <a:pt x="3509439" y="3911600"/>
                  </a:lnTo>
                  <a:lnTo>
                    <a:pt x="3473582" y="3937000"/>
                  </a:lnTo>
                  <a:lnTo>
                    <a:pt x="3437162" y="3962400"/>
                  </a:lnTo>
                  <a:lnTo>
                    <a:pt x="3400189" y="3987800"/>
                  </a:lnTo>
                  <a:lnTo>
                    <a:pt x="3324628" y="4038600"/>
                  </a:lnTo>
                  <a:lnTo>
                    <a:pt x="3246984" y="4089400"/>
                  </a:lnTo>
                  <a:lnTo>
                    <a:pt x="3207407" y="4102100"/>
                  </a:lnTo>
                  <a:lnTo>
                    <a:pt x="3126799" y="4152900"/>
                  </a:lnTo>
                  <a:lnTo>
                    <a:pt x="3085788" y="4165600"/>
                  </a:lnTo>
                  <a:lnTo>
                    <a:pt x="3044321" y="4191000"/>
                  </a:lnTo>
                  <a:lnTo>
                    <a:pt x="2960059" y="4216400"/>
                  </a:lnTo>
                  <a:lnTo>
                    <a:pt x="2917285" y="4241800"/>
                  </a:lnTo>
                  <a:lnTo>
                    <a:pt x="2652321" y="4318000"/>
                  </a:lnTo>
                  <a:close/>
                </a:path>
                <a:path w="4368165" h="4343400">
                  <a:moveTo>
                    <a:pt x="2514967" y="4343400"/>
                  </a:moveTo>
                  <a:lnTo>
                    <a:pt x="1852706" y="4343400"/>
                  </a:lnTo>
                  <a:lnTo>
                    <a:pt x="1760801" y="4318000"/>
                  </a:lnTo>
                  <a:lnTo>
                    <a:pt x="2606872" y="4318000"/>
                  </a:lnTo>
                  <a:lnTo>
                    <a:pt x="2514967" y="4343400"/>
                  </a:lnTo>
                  <a:close/>
                </a:path>
              </a:pathLst>
            </a:custGeom>
            <a:solidFill>
              <a:srgbClr val="0F0F0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6" name="object 6"/>
            <p:cNvSpPr/>
            <p:nvPr/>
          </p:nvSpPr>
          <p:spPr>
            <a:xfrm>
              <a:off x="7160896" y="6665594"/>
              <a:ext cx="3414566" cy="3587127"/>
            </a:xfrm>
            <a:custGeom>
              <a:avLst/>
              <a:gdLst/>
              <a:ahLst/>
              <a:cxnLst/>
              <a:rect l="l" t="t" r="r" b="b"/>
              <a:pathLst>
                <a:path w="3507104" h="3507104">
                  <a:moveTo>
                    <a:pt x="1801511" y="651"/>
                  </a:moveTo>
                  <a:lnTo>
                    <a:pt x="1704993" y="651"/>
                  </a:lnTo>
                  <a:lnTo>
                    <a:pt x="1753250" y="0"/>
                  </a:lnTo>
                  <a:lnTo>
                    <a:pt x="1801511" y="651"/>
                  </a:lnTo>
                  <a:close/>
                </a:path>
                <a:path w="3507104" h="3507104">
                  <a:moveTo>
                    <a:pt x="1753257" y="3506504"/>
                  </a:moveTo>
                  <a:lnTo>
                    <a:pt x="1704993" y="3505853"/>
                  </a:lnTo>
                  <a:lnTo>
                    <a:pt x="1657056" y="3503910"/>
                  </a:lnTo>
                  <a:lnTo>
                    <a:pt x="1609458" y="3500692"/>
                  </a:lnTo>
                  <a:lnTo>
                    <a:pt x="1562216" y="3496216"/>
                  </a:lnTo>
                  <a:lnTo>
                    <a:pt x="1515346" y="3490499"/>
                  </a:lnTo>
                  <a:lnTo>
                    <a:pt x="1468865" y="3483557"/>
                  </a:lnTo>
                  <a:lnTo>
                    <a:pt x="1422790" y="3475407"/>
                  </a:lnTo>
                  <a:lnTo>
                    <a:pt x="1377138" y="3466066"/>
                  </a:lnTo>
                  <a:lnTo>
                    <a:pt x="1331925" y="3455550"/>
                  </a:lnTo>
                  <a:lnTo>
                    <a:pt x="1287168" y="3443876"/>
                  </a:lnTo>
                  <a:lnTo>
                    <a:pt x="1242883" y="3431061"/>
                  </a:lnTo>
                  <a:lnTo>
                    <a:pt x="1199088" y="3417122"/>
                  </a:lnTo>
                  <a:lnTo>
                    <a:pt x="1155799" y="3402075"/>
                  </a:lnTo>
                  <a:lnTo>
                    <a:pt x="1113033" y="3385937"/>
                  </a:lnTo>
                  <a:lnTo>
                    <a:pt x="1070807" y="3368725"/>
                  </a:lnTo>
                  <a:lnTo>
                    <a:pt x="1029136" y="3350455"/>
                  </a:lnTo>
                  <a:lnTo>
                    <a:pt x="988039" y="3331144"/>
                  </a:lnTo>
                  <a:lnTo>
                    <a:pt x="947531" y="3310809"/>
                  </a:lnTo>
                  <a:lnTo>
                    <a:pt x="907630" y="3289467"/>
                  </a:lnTo>
                  <a:lnTo>
                    <a:pt x="868352" y="3267134"/>
                  </a:lnTo>
                  <a:lnTo>
                    <a:pt x="829713" y="3243827"/>
                  </a:lnTo>
                  <a:lnTo>
                    <a:pt x="791731" y="3219562"/>
                  </a:lnTo>
                  <a:lnTo>
                    <a:pt x="754422" y="3194357"/>
                  </a:lnTo>
                  <a:lnTo>
                    <a:pt x="717803" y="3168228"/>
                  </a:lnTo>
                  <a:lnTo>
                    <a:pt x="681891" y="3141192"/>
                  </a:lnTo>
                  <a:lnTo>
                    <a:pt x="646702" y="3113265"/>
                  </a:lnTo>
                  <a:lnTo>
                    <a:pt x="612254" y="3084465"/>
                  </a:lnTo>
                  <a:lnTo>
                    <a:pt x="578562" y="3054808"/>
                  </a:lnTo>
                  <a:lnTo>
                    <a:pt x="545643" y="3024310"/>
                  </a:lnTo>
                  <a:lnTo>
                    <a:pt x="513515" y="2992989"/>
                  </a:lnTo>
                  <a:lnTo>
                    <a:pt x="482194" y="2960860"/>
                  </a:lnTo>
                  <a:lnTo>
                    <a:pt x="451696" y="2927942"/>
                  </a:lnTo>
                  <a:lnTo>
                    <a:pt x="422038" y="2894250"/>
                  </a:lnTo>
                  <a:lnTo>
                    <a:pt x="393238" y="2859801"/>
                  </a:lnTo>
                  <a:lnTo>
                    <a:pt x="365311" y="2824612"/>
                  </a:lnTo>
                  <a:lnTo>
                    <a:pt x="338275" y="2788700"/>
                  </a:lnTo>
                  <a:lnTo>
                    <a:pt x="312146" y="2752081"/>
                  </a:lnTo>
                  <a:lnTo>
                    <a:pt x="286941" y="2714772"/>
                  </a:lnTo>
                  <a:lnTo>
                    <a:pt x="262677" y="2676790"/>
                  </a:lnTo>
                  <a:lnTo>
                    <a:pt x="239370" y="2638152"/>
                  </a:lnTo>
                  <a:lnTo>
                    <a:pt x="217036" y="2598874"/>
                  </a:lnTo>
                  <a:lnTo>
                    <a:pt x="195694" y="2558972"/>
                  </a:lnTo>
                  <a:lnTo>
                    <a:pt x="175359" y="2518465"/>
                  </a:lnTo>
                  <a:lnTo>
                    <a:pt x="156048" y="2477367"/>
                  </a:lnTo>
                  <a:lnTo>
                    <a:pt x="137778" y="2435697"/>
                  </a:lnTo>
                  <a:lnTo>
                    <a:pt x="120566" y="2393470"/>
                  </a:lnTo>
                  <a:lnTo>
                    <a:pt x="104428" y="2350704"/>
                  </a:lnTo>
                  <a:lnTo>
                    <a:pt x="89381" y="2307415"/>
                  </a:lnTo>
                  <a:lnTo>
                    <a:pt x="75442" y="2263620"/>
                  </a:lnTo>
                  <a:lnTo>
                    <a:pt x="62627" y="2219336"/>
                  </a:lnTo>
                  <a:lnTo>
                    <a:pt x="50953" y="2174579"/>
                  </a:lnTo>
                  <a:lnTo>
                    <a:pt x="40438" y="2129366"/>
                  </a:lnTo>
                  <a:lnTo>
                    <a:pt x="31096" y="2083714"/>
                  </a:lnTo>
                  <a:lnTo>
                    <a:pt x="22946" y="2037639"/>
                  </a:lnTo>
                  <a:lnTo>
                    <a:pt x="16004" y="1991158"/>
                  </a:lnTo>
                  <a:lnTo>
                    <a:pt x="10287" y="1944288"/>
                  </a:lnTo>
                  <a:lnTo>
                    <a:pt x="5811" y="1897046"/>
                  </a:lnTo>
                  <a:lnTo>
                    <a:pt x="2594" y="1849448"/>
                  </a:lnTo>
                  <a:lnTo>
                    <a:pt x="651" y="1801511"/>
                  </a:lnTo>
                  <a:lnTo>
                    <a:pt x="0" y="1753270"/>
                  </a:lnTo>
                  <a:lnTo>
                    <a:pt x="651" y="1704993"/>
                  </a:lnTo>
                  <a:lnTo>
                    <a:pt x="2594" y="1657056"/>
                  </a:lnTo>
                  <a:lnTo>
                    <a:pt x="5811" y="1609458"/>
                  </a:lnTo>
                  <a:lnTo>
                    <a:pt x="10287" y="1562216"/>
                  </a:lnTo>
                  <a:lnTo>
                    <a:pt x="16004" y="1515346"/>
                  </a:lnTo>
                  <a:lnTo>
                    <a:pt x="22946" y="1468865"/>
                  </a:lnTo>
                  <a:lnTo>
                    <a:pt x="31096" y="1422790"/>
                  </a:lnTo>
                  <a:lnTo>
                    <a:pt x="40438" y="1377138"/>
                  </a:lnTo>
                  <a:lnTo>
                    <a:pt x="50953" y="1331925"/>
                  </a:lnTo>
                  <a:lnTo>
                    <a:pt x="62627" y="1287168"/>
                  </a:lnTo>
                  <a:lnTo>
                    <a:pt x="75442" y="1242884"/>
                  </a:lnTo>
                  <a:lnTo>
                    <a:pt x="89381" y="1199089"/>
                  </a:lnTo>
                  <a:lnTo>
                    <a:pt x="104428" y="1155800"/>
                  </a:lnTo>
                  <a:lnTo>
                    <a:pt x="120566" y="1113033"/>
                  </a:lnTo>
                  <a:lnTo>
                    <a:pt x="137778" y="1070807"/>
                  </a:lnTo>
                  <a:lnTo>
                    <a:pt x="156048" y="1029137"/>
                  </a:lnTo>
                  <a:lnTo>
                    <a:pt x="175359" y="988039"/>
                  </a:lnTo>
                  <a:lnTo>
                    <a:pt x="195694" y="947531"/>
                  </a:lnTo>
                  <a:lnTo>
                    <a:pt x="217036" y="907630"/>
                  </a:lnTo>
                  <a:lnTo>
                    <a:pt x="239370" y="868352"/>
                  </a:lnTo>
                  <a:lnTo>
                    <a:pt x="262677" y="829713"/>
                  </a:lnTo>
                  <a:lnTo>
                    <a:pt x="286941" y="791731"/>
                  </a:lnTo>
                  <a:lnTo>
                    <a:pt x="312146" y="754423"/>
                  </a:lnTo>
                  <a:lnTo>
                    <a:pt x="338275" y="717804"/>
                  </a:lnTo>
                  <a:lnTo>
                    <a:pt x="365311" y="681892"/>
                  </a:lnTo>
                  <a:lnTo>
                    <a:pt x="393238" y="646703"/>
                  </a:lnTo>
                  <a:lnTo>
                    <a:pt x="422038" y="612254"/>
                  </a:lnTo>
                  <a:lnTo>
                    <a:pt x="451696" y="578562"/>
                  </a:lnTo>
                  <a:lnTo>
                    <a:pt x="482194" y="545643"/>
                  </a:lnTo>
                  <a:lnTo>
                    <a:pt x="513515" y="513515"/>
                  </a:lnTo>
                  <a:lnTo>
                    <a:pt x="545643" y="482194"/>
                  </a:lnTo>
                  <a:lnTo>
                    <a:pt x="578562" y="451696"/>
                  </a:lnTo>
                  <a:lnTo>
                    <a:pt x="612254" y="422039"/>
                  </a:lnTo>
                  <a:lnTo>
                    <a:pt x="646702" y="393238"/>
                  </a:lnTo>
                  <a:lnTo>
                    <a:pt x="681891" y="365312"/>
                  </a:lnTo>
                  <a:lnTo>
                    <a:pt x="717803" y="338275"/>
                  </a:lnTo>
                  <a:lnTo>
                    <a:pt x="754422" y="312146"/>
                  </a:lnTo>
                  <a:lnTo>
                    <a:pt x="791731" y="286941"/>
                  </a:lnTo>
                  <a:lnTo>
                    <a:pt x="829713" y="262677"/>
                  </a:lnTo>
                  <a:lnTo>
                    <a:pt x="868352" y="239370"/>
                  </a:lnTo>
                  <a:lnTo>
                    <a:pt x="907630" y="217037"/>
                  </a:lnTo>
                  <a:lnTo>
                    <a:pt x="947531" y="195694"/>
                  </a:lnTo>
                  <a:lnTo>
                    <a:pt x="988039" y="175359"/>
                  </a:lnTo>
                  <a:lnTo>
                    <a:pt x="1029136" y="156049"/>
                  </a:lnTo>
                  <a:lnTo>
                    <a:pt x="1070807" y="137779"/>
                  </a:lnTo>
                  <a:lnTo>
                    <a:pt x="1113033" y="120566"/>
                  </a:lnTo>
                  <a:lnTo>
                    <a:pt x="1155799" y="104428"/>
                  </a:lnTo>
                  <a:lnTo>
                    <a:pt x="1199088" y="89381"/>
                  </a:lnTo>
                  <a:lnTo>
                    <a:pt x="1242883" y="75442"/>
                  </a:lnTo>
                  <a:lnTo>
                    <a:pt x="1287168" y="62627"/>
                  </a:lnTo>
                  <a:lnTo>
                    <a:pt x="1331925" y="50954"/>
                  </a:lnTo>
                  <a:lnTo>
                    <a:pt x="1377138" y="40438"/>
                  </a:lnTo>
                  <a:lnTo>
                    <a:pt x="1422790" y="31097"/>
                  </a:lnTo>
                  <a:lnTo>
                    <a:pt x="1468865" y="22947"/>
                  </a:lnTo>
                  <a:lnTo>
                    <a:pt x="1515346" y="16005"/>
                  </a:lnTo>
                  <a:lnTo>
                    <a:pt x="1562216" y="10287"/>
                  </a:lnTo>
                  <a:lnTo>
                    <a:pt x="1609458" y="5811"/>
                  </a:lnTo>
                  <a:lnTo>
                    <a:pt x="1657056" y="2594"/>
                  </a:lnTo>
                  <a:lnTo>
                    <a:pt x="1704993" y="651"/>
                  </a:lnTo>
                  <a:lnTo>
                    <a:pt x="1801511" y="651"/>
                  </a:lnTo>
                  <a:lnTo>
                    <a:pt x="1849448" y="2594"/>
                  </a:lnTo>
                  <a:lnTo>
                    <a:pt x="1897046" y="5811"/>
                  </a:lnTo>
                  <a:lnTo>
                    <a:pt x="1944288" y="10287"/>
                  </a:lnTo>
                  <a:lnTo>
                    <a:pt x="1991158" y="16005"/>
                  </a:lnTo>
                  <a:lnTo>
                    <a:pt x="2037638" y="22947"/>
                  </a:lnTo>
                  <a:lnTo>
                    <a:pt x="2083713" y="31097"/>
                  </a:lnTo>
                  <a:lnTo>
                    <a:pt x="2129366" y="40438"/>
                  </a:lnTo>
                  <a:lnTo>
                    <a:pt x="2174579" y="50954"/>
                  </a:lnTo>
                  <a:lnTo>
                    <a:pt x="2219336" y="62627"/>
                  </a:lnTo>
                  <a:lnTo>
                    <a:pt x="2263620" y="75442"/>
                  </a:lnTo>
                  <a:lnTo>
                    <a:pt x="2307415" y="89381"/>
                  </a:lnTo>
                  <a:lnTo>
                    <a:pt x="2350704" y="104428"/>
                  </a:lnTo>
                  <a:lnTo>
                    <a:pt x="2393470" y="120566"/>
                  </a:lnTo>
                  <a:lnTo>
                    <a:pt x="2435697" y="137779"/>
                  </a:lnTo>
                  <a:lnTo>
                    <a:pt x="2477367" y="156049"/>
                  </a:lnTo>
                  <a:lnTo>
                    <a:pt x="2518464" y="175359"/>
                  </a:lnTo>
                  <a:lnTo>
                    <a:pt x="2558972" y="195694"/>
                  </a:lnTo>
                  <a:lnTo>
                    <a:pt x="2598874" y="217037"/>
                  </a:lnTo>
                  <a:lnTo>
                    <a:pt x="2638152" y="239370"/>
                  </a:lnTo>
                  <a:lnTo>
                    <a:pt x="2676790" y="262677"/>
                  </a:lnTo>
                  <a:lnTo>
                    <a:pt x="2714772" y="286941"/>
                  </a:lnTo>
                  <a:lnTo>
                    <a:pt x="2752081" y="312146"/>
                  </a:lnTo>
                  <a:lnTo>
                    <a:pt x="2788700" y="338275"/>
                  </a:lnTo>
                  <a:lnTo>
                    <a:pt x="2824612" y="365312"/>
                  </a:lnTo>
                  <a:lnTo>
                    <a:pt x="2859801" y="393238"/>
                  </a:lnTo>
                  <a:lnTo>
                    <a:pt x="2894250" y="422039"/>
                  </a:lnTo>
                  <a:lnTo>
                    <a:pt x="2927942" y="451696"/>
                  </a:lnTo>
                  <a:lnTo>
                    <a:pt x="2960860" y="482194"/>
                  </a:lnTo>
                  <a:lnTo>
                    <a:pt x="2992988" y="513515"/>
                  </a:lnTo>
                  <a:lnTo>
                    <a:pt x="3024310" y="545643"/>
                  </a:lnTo>
                  <a:lnTo>
                    <a:pt x="3054807" y="578562"/>
                  </a:lnTo>
                  <a:lnTo>
                    <a:pt x="3084465" y="612254"/>
                  </a:lnTo>
                  <a:lnTo>
                    <a:pt x="3113265" y="646703"/>
                  </a:lnTo>
                  <a:lnTo>
                    <a:pt x="3141192" y="681892"/>
                  </a:lnTo>
                  <a:lnTo>
                    <a:pt x="3168228" y="717804"/>
                  </a:lnTo>
                  <a:lnTo>
                    <a:pt x="3194357" y="754423"/>
                  </a:lnTo>
                  <a:lnTo>
                    <a:pt x="3219562" y="791731"/>
                  </a:lnTo>
                  <a:lnTo>
                    <a:pt x="3243826" y="829713"/>
                  </a:lnTo>
                  <a:lnTo>
                    <a:pt x="3267134" y="868352"/>
                  </a:lnTo>
                  <a:lnTo>
                    <a:pt x="3289467" y="907630"/>
                  </a:lnTo>
                  <a:lnTo>
                    <a:pt x="3310809" y="947531"/>
                  </a:lnTo>
                  <a:lnTo>
                    <a:pt x="3331144" y="988039"/>
                  </a:lnTo>
                  <a:lnTo>
                    <a:pt x="3350455" y="1029137"/>
                  </a:lnTo>
                  <a:lnTo>
                    <a:pt x="3368725" y="1070807"/>
                  </a:lnTo>
                  <a:lnTo>
                    <a:pt x="3385937" y="1113033"/>
                  </a:lnTo>
                  <a:lnTo>
                    <a:pt x="3402075" y="1155800"/>
                  </a:lnTo>
                  <a:lnTo>
                    <a:pt x="3417122" y="1199089"/>
                  </a:lnTo>
                  <a:lnTo>
                    <a:pt x="3431061" y="1242884"/>
                  </a:lnTo>
                  <a:lnTo>
                    <a:pt x="3443876" y="1287168"/>
                  </a:lnTo>
                  <a:lnTo>
                    <a:pt x="3455550" y="1331925"/>
                  </a:lnTo>
                  <a:lnTo>
                    <a:pt x="3466066" y="1377138"/>
                  </a:lnTo>
                  <a:lnTo>
                    <a:pt x="3475407" y="1422790"/>
                  </a:lnTo>
                  <a:lnTo>
                    <a:pt x="3483557" y="1468865"/>
                  </a:lnTo>
                  <a:lnTo>
                    <a:pt x="3490499" y="1515346"/>
                  </a:lnTo>
                  <a:lnTo>
                    <a:pt x="3496216" y="1562216"/>
                  </a:lnTo>
                  <a:lnTo>
                    <a:pt x="3500692" y="1609458"/>
                  </a:lnTo>
                  <a:lnTo>
                    <a:pt x="3503910" y="1657056"/>
                  </a:lnTo>
                  <a:lnTo>
                    <a:pt x="3505853" y="1704993"/>
                  </a:lnTo>
                  <a:lnTo>
                    <a:pt x="3506504" y="1753270"/>
                  </a:lnTo>
                  <a:lnTo>
                    <a:pt x="3505853" y="1801511"/>
                  </a:lnTo>
                  <a:lnTo>
                    <a:pt x="3503910" y="1849448"/>
                  </a:lnTo>
                  <a:lnTo>
                    <a:pt x="3500692" y="1897046"/>
                  </a:lnTo>
                  <a:lnTo>
                    <a:pt x="3496216" y="1944288"/>
                  </a:lnTo>
                  <a:lnTo>
                    <a:pt x="3490499" y="1991158"/>
                  </a:lnTo>
                  <a:lnTo>
                    <a:pt x="3483557" y="2037639"/>
                  </a:lnTo>
                  <a:lnTo>
                    <a:pt x="3475407" y="2083714"/>
                  </a:lnTo>
                  <a:lnTo>
                    <a:pt x="3466066" y="2129366"/>
                  </a:lnTo>
                  <a:lnTo>
                    <a:pt x="3455550" y="2174579"/>
                  </a:lnTo>
                  <a:lnTo>
                    <a:pt x="3443876" y="2219336"/>
                  </a:lnTo>
                  <a:lnTo>
                    <a:pt x="3431061" y="2263620"/>
                  </a:lnTo>
                  <a:lnTo>
                    <a:pt x="3417122" y="2307415"/>
                  </a:lnTo>
                  <a:lnTo>
                    <a:pt x="3402075" y="2350704"/>
                  </a:lnTo>
                  <a:lnTo>
                    <a:pt x="3385937" y="2393470"/>
                  </a:lnTo>
                  <a:lnTo>
                    <a:pt x="3368725" y="2435697"/>
                  </a:lnTo>
                  <a:lnTo>
                    <a:pt x="3350455" y="2477367"/>
                  </a:lnTo>
                  <a:lnTo>
                    <a:pt x="3331144" y="2518465"/>
                  </a:lnTo>
                  <a:lnTo>
                    <a:pt x="3310809" y="2558972"/>
                  </a:lnTo>
                  <a:lnTo>
                    <a:pt x="3289467" y="2598874"/>
                  </a:lnTo>
                  <a:lnTo>
                    <a:pt x="3267134" y="2638152"/>
                  </a:lnTo>
                  <a:lnTo>
                    <a:pt x="3243826" y="2676790"/>
                  </a:lnTo>
                  <a:lnTo>
                    <a:pt x="3219562" y="2714772"/>
                  </a:lnTo>
                  <a:lnTo>
                    <a:pt x="3194357" y="2752081"/>
                  </a:lnTo>
                  <a:lnTo>
                    <a:pt x="3168228" y="2788700"/>
                  </a:lnTo>
                  <a:lnTo>
                    <a:pt x="3141192" y="2824612"/>
                  </a:lnTo>
                  <a:lnTo>
                    <a:pt x="3113265" y="2859801"/>
                  </a:lnTo>
                  <a:lnTo>
                    <a:pt x="3084465" y="2894250"/>
                  </a:lnTo>
                  <a:lnTo>
                    <a:pt x="3054807" y="2927942"/>
                  </a:lnTo>
                  <a:lnTo>
                    <a:pt x="3024310" y="2960860"/>
                  </a:lnTo>
                  <a:lnTo>
                    <a:pt x="2992988" y="2992989"/>
                  </a:lnTo>
                  <a:lnTo>
                    <a:pt x="2960860" y="3024310"/>
                  </a:lnTo>
                  <a:lnTo>
                    <a:pt x="2927942" y="3054808"/>
                  </a:lnTo>
                  <a:lnTo>
                    <a:pt x="2894250" y="3084465"/>
                  </a:lnTo>
                  <a:lnTo>
                    <a:pt x="2859801" y="3113265"/>
                  </a:lnTo>
                  <a:lnTo>
                    <a:pt x="2824612" y="3141192"/>
                  </a:lnTo>
                  <a:lnTo>
                    <a:pt x="2788700" y="3168228"/>
                  </a:lnTo>
                  <a:lnTo>
                    <a:pt x="2752081" y="3194357"/>
                  </a:lnTo>
                  <a:lnTo>
                    <a:pt x="2714772" y="3219562"/>
                  </a:lnTo>
                  <a:lnTo>
                    <a:pt x="2676790" y="3243827"/>
                  </a:lnTo>
                  <a:lnTo>
                    <a:pt x="2638152" y="3267134"/>
                  </a:lnTo>
                  <a:lnTo>
                    <a:pt x="2598874" y="3289467"/>
                  </a:lnTo>
                  <a:lnTo>
                    <a:pt x="2558972" y="3310809"/>
                  </a:lnTo>
                  <a:lnTo>
                    <a:pt x="2518464" y="3331144"/>
                  </a:lnTo>
                  <a:lnTo>
                    <a:pt x="2477367" y="3350455"/>
                  </a:lnTo>
                  <a:lnTo>
                    <a:pt x="2435697" y="3368725"/>
                  </a:lnTo>
                  <a:lnTo>
                    <a:pt x="2393470" y="3385937"/>
                  </a:lnTo>
                  <a:lnTo>
                    <a:pt x="2350704" y="3402075"/>
                  </a:lnTo>
                  <a:lnTo>
                    <a:pt x="2307415" y="3417122"/>
                  </a:lnTo>
                  <a:lnTo>
                    <a:pt x="2263620" y="3431061"/>
                  </a:lnTo>
                  <a:lnTo>
                    <a:pt x="2219336" y="3443876"/>
                  </a:lnTo>
                  <a:lnTo>
                    <a:pt x="2174579" y="3455550"/>
                  </a:lnTo>
                  <a:lnTo>
                    <a:pt x="2129366" y="3466066"/>
                  </a:lnTo>
                  <a:lnTo>
                    <a:pt x="2083713" y="3475407"/>
                  </a:lnTo>
                  <a:lnTo>
                    <a:pt x="2037638" y="3483557"/>
                  </a:lnTo>
                  <a:lnTo>
                    <a:pt x="1991158" y="3490499"/>
                  </a:lnTo>
                  <a:lnTo>
                    <a:pt x="1944288" y="3496216"/>
                  </a:lnTo>
                  <a:lnTo>
                    <a:pt x="1897046" y="3500692"/>
                  </a:lnTo>
                  <a:lnTo>
                    <a:pt x="1849448" y="3503910"/>
                  </a:lnTo>
                  <a:lnTo>
                    <a:pt x="1801511" y="3505853"/>
                  </a:lnTo>
                  <a:lnTo>
                    <a:pt x="1753257" y="3506504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/>
          <p:nvPr/>
        </p:nvSpPr>
        <p:spPr>
          <a:xfrm>
            <a:off x="1658900" y="2094414"/>
            <a:ext cx="6241847" cy="7626707"/>
          </a:xfrm>
          <a:custGeom>
            <a:avLst/>
            <a:gdLst/>
            <a:ahLst/>
            <a:cxnLst/>
            <a:rect l="l" t="t" r="r" b="b"/>
            <a:pathLst>
              <a:path w="1133475" h="1120140">
                <a:moveTo>
                  <a:pt x="1132915" y="1119792"/>
                </a:moveTo>
                <a:lnTo>
                  <a:pt x="0" y="1119792"/>
                </a:lnTo>
                <a:lnTo>
                  <a:pt x="0" y="0"/>
                </a:lnTo>
                <a:lnTo>
                  <a:pt x="1132915" y="0"/>
                </a:lnTo>
                <a:lnTo>
                  <a:pt x="1132915" y="1119792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0" tIns="0" rIns="0" bIns="0" rtlCol="0"/>
          <a:lstStyle/>
          <a:p>
            <a:endParaRPr dirty="0">
              <a:highlight>
                <a:srgbClr val="C0C0C0"/>
              </a:highlight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729072" y="1456463"/>
            <a:ext cx="5915660" cy="3757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1900"/>
              </a:lnSpc>
              <a:spcBef>
                <a:spcPts val="100"/>
              </a:spcBef>
            </a:pPr>
            <a:r>
              <a:rPr lang="en-US" sz="2000" b="1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{Size, growth potential and target market}</a:t>
            </a:r>
            <a:endParaRPr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404475" y="3630284"/>
            <a:ext cx="3071495" cy="9977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en-US" sz="6400" spc="565" dirty="0">
                <a:latin typeface="Trebuchet MS"/>
                <a:cs typeface="Trebuchet MS"/>
              </a:rPr>
              <a:t>TAM</a:t>
            </a:r>
            <a:endParaRPr sz="2400" dirty="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795871" y="5907767"/>
            <a:ext cx="2008691" cy="8745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5600" spc="465" dirty="0">
                <a:solidFill>
                  <a:srgbClr val="FFFFFF"/>
                </a:solidFill>
                <a:latin typeface="Trebuchet MS"/>
                <a:cs typeface="Trebuchet MS"/>
              </a:rPr>
              <a:t>SAM</a:t>
            </a:r>
            <a:endParaRPr sz="2400" dirty="0">
              <a:latin typeface="Trebuchet MS"/>
              <a:cs typeface="Trebuchet MS"/>
            </a:endParaRPr>
          </a:p>
        </p:txBody>
      </p:sp>
      <p:sp>
        <p:nvSpPr>
          <p:cNvPr id="17" name="object 13">
            <a:extLst>
              <a:ext uri="{FF2B5EF4-FFF2-40B4-BE49-F238E27FC236}">
                <a16:creationId xmlns:a16="http://schemas.microsoft.com/office/drawing/2014/main" id="{D32E0E8F-91E5-8D88-3447-557225AE5BA7}"/>
              </a:ext>
            </a:extLst>
          </p:cNvPr>
          <p:cNvSpPr txBox="1"/>
          <p:nvPr/>
        </p:nvSpPr>
        <p:spPr>
          <a:xfrm>
            <a:off x="14530705" y="8031921"/>
            <a:ext cx="3071495" cy="9977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en-US" sz="6400" spc="565" dirty="0">
                <a:latin typeface="Trebuchet MS"/>
                <a:cs typeface="Trebuchet MS"/>
              </a:rPr>
              <a:t>SOM</a:t>
            </a:r>
            <a:endParaRPr sz="2400" dirty="0">
              <a:latin typeface="Trebuchet MS"/>
              <a:cs typeface="Trebuchet MS"/>
            </a:endParaRPr>
          </a:p>
        </p:txBody>
      </p:sp>
      <p:sp>
        <p:nvSpPr>
          <p:cNvPr id="18" name="object 36">
            <a:extLst>
              <a:ext uri="{FF2B5EF4-FFF2-40B4-BE49-F238E27FC236}">
                <a16:creationId xmlns:a16="http://schemas.microsoft.com/office/drawing/2014/main" id="{0D1C0AB8-485C-C6E2-9BD1-A4EA5051BD5E}"/>
              </a:ext>
            </a:extLst>
          </p:cNvPr>
          <p:cNvSpPr/>
          <p:nvPr/>
        </p:nvSpPr>
        <p:spPr>
          <a:xfrm>
            <a:off x="500449" y="0"/>
            <a:ext cx="1132840" cy="735330"/>
          </a:xfrm>
          <a:custGeom>
            <a:avLst/>
            <a:gdLst/>
            <a:ahLst/>
            <a:cxnLst/>
            <a:rect l="l" t="t" r="r" b="b"/>
            <a:pathLst>
              <a:path w="1132839" h="735330">
                <a:moveTo>
                  <a:pt x="1132297" y="735301"/>
                </a:moveTo>
                <a:lnTo>
                  <a:pt x="0" y="735301"/>
                </a:lnTo>
                <a:lnTo>
                  <a:pt x="0" y="0"/>
                </a:lnTo>
                <a:lnTo>
                  <a:pt x="1132297" y="0"/>
                </a:lnTo>
                <a:lnTo>
                  <a:pt x="1132297" y="735301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27">
            <a:extLst>
              <a:ext uri="{FF2B5EF4-FFF2-40B4-BE49-F238E27FC236}">
                <a16:creationId xmlns:a16="http://schemas.microsoft.com/office/drawing/2014/main" id="{C19707A3-30FE-C2A4-9EF1-5886DA0DCC50}"/>
              </a:ext>
            </a:extLst>
          </p:cNvPr>
          <p:cNvSpPr txBox="1">
            <a:spLocks/>
          </p:cNvSpPr>
          <p:nvPr/>
        </p:nvSpPr>
        <p:spPr>
          <a:xfrm>
            <a:off x="1729072" y="565879"/>
            <a:ext cx="5586128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ts val="4799"/>
              </a:lnSpc>
            </a:pPr>
            <a:r>
              <a:rPr lang="en-US" sz="4800" dirty="0">
                <a:latin typeface="Tahoma"/>
              </a:rPr>
              <a:t>Market Opportunity</a:t>
            </a:r>
          </a:p>
        </p:txBody>
      </p:sp>
      <p:sp>
        <p:nvSpPr>
          <p:cNvPr id="15" name="object 3">
            <a:extLst>
              <a:ext uri="{FF2B5EF4-FFF2-40B4-BE49-F238E27FC236}">
                <a16:creationId xmlns:a16="http://schemas.microsoft.com/office/drawing/2014/main" id="{90BBEB41-31A8-A39A-42D9-92CADA7F3C20}"/>
              </a:ext>
            </a:extLst>
          </p:cNvPr>
          <p:cNvSpPr/>
          <p:nvPr/>
        </p:nvSpPr>
        <p:spPr>
          <a:xfrm>
            <a:off x="592013" y="1056208"/>
            <a:ext cx="0" cy="1068705"/>
          </a:xfrm>
          <a:custGeom>
            <a:avLst/>
            <a:gdLst/>
            <a:ahLst/>
            <a:cxnLst/>
            <a:rect l="l" t="t" r="r" b="b"/>
            <a:pathLst>
              <a:path h="1068705">
                <a:moveTo>
                  <a:pt x="0" y="0"/>
                </a:moveTo>
                <a:lnTo>
                  <a:pt x="0" y="1068391"/>
                </a:lnTo>
              </a:path>
            </a:pathLst>
          </a:custGeom>
          <a:ln w="47624">
            <a:solidFill>
              <a:srgbClr val="00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AC0D7E0-4B76-12E5-A0D5-F52F2BC7AD7D}"/>
              </a:ext>
            </a:extLst>
          </p:cNvPr>
          <p:cNvSpPr txBox="1"/>
          <p:nvPr/>
        </p:nvSpPr>
        <p:spPr>
          <a:xfrm>
            <a:off x="2767810" y="5616268"/>
            <a:ext cx="26970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/>
              <a:t>Insert Text</a:t>
            </a:r>
            <a:endParaRPr lang="LID4096" b="1" i="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stomShape 1">
            <a:extLst>
              <a:ext uri="{FF2B5EF4-FFF2-40B4-BE49-F238E27FC236}">
                <a16:creationId xmlns:a16="http://schemas.microsoft.com/office/drawing/2014/main" id="{8974EBFA-A439-C035-5266-D110642D1D41}"/>
              </a:ext>
            </a:extLst>
          </p:cNvPr>
          <p:cNvSpPr/>
          <p:nvPr/>
        </p:nvSpPr>
        <p:spPr>
          <a:xfrm rot="5400000">
            <a:off x="6160532" y="3283902"/>
            <a:ext cx="1725467" cy="9918529"/>
          </a:xfrm>
          <a:prstGeom prst="round2SameRect">
            <a:avLst>
              <a:gd name="adj1" fmla="val 17609"/>
              <a:gd name="adj2" fmla="val 0"/>
            </a:avLst>
          </a:prstGeom>
          <a:solidFill>
            <a:srgbClr val="00FFF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" name="CustomShape 1">
            <a:extLst>
              <a:ext uri="{FF2B5EF4-FFF2-40B4-BE49-F238E27FC236}">
                <a16:creationId xmlns:a16="http://schemas.microsoft.com/office/drawing/2014/main" id="{25581247-06EB-FD51-8B07-3ADBAB705A36}"/>
              </a:ext>
            </a:extLst>
          </p:cNvPr>
          <p:cNvSpPr/>
          <p:nvPr/>
        </p:nvSpPr>
        <p:spPr>
          <a:xfrm rot="5400000">
            <a:off x="6133956" y="663395"/>
            <a:ext cx="1725467" cy="9971680"/>
          </a:xfrm>
          <a:prstGeom prst="round2SameRect">
            <a:avLst>
              <a:gd name="adj1" fmla="val 17609"/>
              <a:gd name="adj2" fmla="val 0"/>
            </a:avLst>
          </a:prstGeom>
          <a:solidFill>
            <a:srgbClr val="00FFF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44" name="CustomShape 1"/>
          <p:cNvSpPr/>
          <p:nvPr/>
        </p:nvSpPr>
        <p:spPr>
          <a:xfrm rot="5400000">
            <a:off x="6084331" y="-1973898"/>
            <a:ext cx="1725467" cy="10070930"/>
          </a:xfrm>
          <a:prstGeom prst="round2SameRect">
            <a:avLst>
              <a:gd name="adj1" fmla="val 17609"/>
              <a:gd name="adj2" fmla="val 0"/>
            </a:avLst>
          </a:prstGeom>
          <a:solidFill>
            <a:srgbClr val="00FFF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45" name="CustomShape 2"/>
          <p:cNvSpPr/>
          <p:nvPr/>
        </p:nvSpPr>
        <p:spPr>
          <a:xfrm>
            <a:off x="545839" y="2080260"/>
            <a:ext cx="2011680" cy="201168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LID4096" dirty="0"/>
          </a:p>
        </p:txBody>
      </p:sp>
      <p:sp>
        <p:nvSpPr>
          <p:cNvPr id="347" name="CustomShape 4"/>
          <p:cNvSpPr/>
          <p:nvPr/>
        </p:nvSpPr>
        <p:spPr>
          <a:xfrm flipH="1">
            <a:off x="619290" y="4671060"/>
            <a:ext cx="2011680" cy="192024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LID4096" dirty="0"/>
          </a:p>
        </p:txBody>
      </p:sp>
      <p:sp>
        <p:nvSpPr>
          <p:cNvPr id="349" name="CustomShape 6"/>
          <p:cNvSpPr/>
          <p:nvPr/>
        </p:nvSpPr>
        <p:spPr>
          <a:xfrm>
            <a:off x="619290" y="7248197"/>
            <a:ext cx="2011680" cy="192024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53" name="CustomShape 10"/>
          <p:cNvSpPr/>
          <p:nvPr/>
        </p:nvSpPr>
        <p:spPr>
          <a:xfrm>
            <a:off x="1234980" y="7987680"/>
            <a:ext cx="572940" cy="4687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0618" y="20400"/>
                </a:moveTo>
                <a:lnTo>
                  <a:pt x="18655" y="20400"/>
                </a:lnTo>
                <a:lnTo>
                  <a:pt x="18655" y="1200"/>
                </a:lnTo>
                <a:lnTo>
                  <a:pt x="20618" y="1200"/>
                </a:lnTo>
                <a:cubicBezTo>
                  <a:pt x="20618" y="1200"/>
                  <a:pt x="20618" y="20400"/>
                  <a:pt x="20618" y="20400"/>
                </a:cubicBezTo>
                <a:close/>
                <a:moveTo>
                  <a:pt x="21109" y="0"/>
                </a:moveTo>
                <a:lnTo>
                  <a:pt x="18164" y="0"/>
                </a:lnTo>
                <a:cubicBezTo>
                  <a:pt x="17893" y="0"/>
                  <a:pt x="17673" y="269"/>
                  <a:pt x="17673" y="600"/>
                </a:cubicBezTo>
                <a:lnTo>
                  <a:pt x="17673" y="21000"/>
                </a:lnTo>
                <a:cubicBezTo>
                  <a:pt x="17673" y="21332"/>
                  <a:pt x="17893" y="21600"/>
                  <a:pt x="18164" y="21600"/>
                </a:cubicBezTo>
                <a:lnTo>
                  <a:pt x="21109" y="21600"/>
                </a:lnTo>
                <a:cubicBezTo>
                  <a:pt x="21380" y="21600"/>
                  <a:pt x="21600" y="21332"/>
                  <a:pt x="21600" y="21000"/>
                </a:cubicBezTo>
                <a:lnTo>
                  <a:pt x="21600" y="600"/>
                </a:lnTo>
                <a:cubicBezTo>
                  <a:pt x="21600" y="269"/>
                  <a:pt x="21380" y="0"/>
                  <a:pt x="21109" y="0"/>
                </a:cubicBezTo>
                <a:moveTo>
                  <a:pt x="8836" y="20400"/>
                </a:moveTo>
                <a:lnTo>
                  <a:pt x="6873" y="20400"/>
                </a:lnTo>
                <a:lnTo>
                  <a:pt x="6873" y="3600"/>
                </a:lnTo>
                <a:lnTo>
                  <a:pt x="8836" y="3600"/>
                </a:lnTo>
                <a:cubicBezTo>
                  <a:pt x="8836" y="3600"/>
                  <a:pt x="8836" y="20400"/>
                  <a:pt x="8836" y="20400"/>
                </a:cubicBezTo>
                <a:close/>
                <a:moveTo>
                  <a:pt x="9327" y="2400"/>
                </a:moveTo>
                <a:lnTo>
                  <a:pt x="6382" y="2400"/>
                </a:lnTo>
                <a:cubicBezTo>
                  <a:pt x="6111" y="2400"/>
                  <a:pt x="5891" y="2669"/>
                  <a:pt x="5891" y="3000"/>
                </a:cubicBezTo>
                <a:lnTo>
                  <a:pt x="5891" y="21000"/>
                </a:lnTo>
                <a:cubicBezTo>
                  <a:pt x="5891" y="21332"/>
                  <a:pt x="6111" y="21600"/>
                  <a:pt x="6382" y="21600"/>
                </a:cubicBezTo>
                <a:lnTo>
                  <a:pt x="9327" y="21600"/>
                </a:lnTo>
                <a:cubicBezTo>
                  <a:pt x="9598" y="21600"/>
                  <a:pt x="9818" y="21332"/>
                  <a:pt x="9818" y="21000"/>
                </a:cubicBezTo>
                <a:lnTo>
                  <a:pt x="9818" y="3000"/>
                </a:lnTo>
                <a:cubicBezTo>
                  <a:pt x="9818" y="2669"/>
                  <a:pt x="9598" y="2400"/>
                  <a:pt x="9327" y="2400"/>
                </a:cubicBezTo>
                <a:moveTo>
                  <a:pt x="14727" y="20400"/>
                </a:moveTo>
                <a:lnTo>
                  <a:pt x="12764" y="20400"/>
                </a:lnTo>
                <a:lnTo>
                  <a:pt x="12764" y="10800"/>
                </a:lnTo>
                <a:lnTo>
                  <a:pt x="14727" y="10800"/>
                </a:lnTo>
                <a:cubicBezTo>
                  <a:pt x="14727" y="10800"/>
                  <a:pt x="14727" y="20400"/>
                  <a:pt x="14727" y="20400"/>
                </a:cubicBezTo>
                <a:close/>
                <a:moveTo>
                  <a:pt x="15218" y="9600"/>
                </a:moveTo>
                <a:lnTo>
                  <a:pt x="12273" y="9600"/>
                </a:lnTo>
                <a:cubicBezTo>
                  <a:pt x="12002" y="9600"/>
                  <a:pt x="11782" y="9869"/>
                  <a:pt x="11782" y="10200"/>
                </a:cubicBezTo>
                <a:lnTo>
                  <a:pt x="11782" y="21000"/>
                </a:lnTo>
                <a:cubicBezTo>
                  <a:pt x="11782" y="21332"/>
                  <a:pt x="12002" y="21600"/>
                  <a:pt x="12273" y="21600"/>
                </a:cubicBezTo>
                <a:lnTo>
                  <a:pt x="15218" y="21600"/>
                </a:lnTo>
                <a:cubicBezTo>
                  <a:pt x="15489" y="21600"/>
                  <a:pt x="15709" y="21332"/>
                  <a:pt x="15709" y="21000"/>
                </a:cubicBezTo>
                <a:lnTo>
                  <a:pt x="15709" y="10200"/>
                </a:lnTo>
                <a:cubicBezTo>
                  <a:pt x="15709" y="9869"/>
                  <a:pt x="15489" y="9600"/>
                  <a:pt x="15218" y="9600"/>
                </a:cubicBezTo>
                <a:moveTo>
                  <a:pt x="2945" y="20400"/>
                </a:moveTo>
                <a:lnTo>
                  <a:pt x="982" y="20400"/>
                </a:lnTo>
                <a:lnTo>
                  <a:pt x="982" y="14400"/>
                </a:lnTo>
                <a:lnTo>
                  <a:pt x="2945" y="14400"/>
                </a:lnTo>
                <a:cubicBezTo>
                  <a:pt x="2945" y="14400"/>
                  <a:pt x="2945" y="20400"/>
                  <a:pt x="2945" y="20400"/>
                </a:cubicBezTo>
                <a:close/>
                <a:moveTo>
                  <a:pt x="3436" y="13200"/>
                </a:moveTo>
                <a:lnTo>
                  <a:pt x="491" y="13200"/>
                </a:lnTo>
                <a:cubicBezTo>
                  <a:pt x="220" y="13200"/>
                  <a:pt x="0" y="13469"/>
                  <a:pt x="0" y="13800"/>
                </a:cubicBezTo>
                <a:lnTo>
                  <a:pt x="0" y="21000"/>
                </a:lnTo>
                <a:cubicBezTo>
                  <a:pt x="0" y="21332"/>
                  <a:pt x="220" y="21600"/>
                  <a:pt x="491" y="21600"/>
                </a:cubicBezTo>
                <a:lnTo>
                  <a:pt x="3436" y="21600"/>
                </a:lnTo>
                <a:cubicBezTo>
                  <a:pt x="3707" y="21600"/>
                  <a:pt x="3927" y="21332"/>
                  <a:pt x="3927" y="21000"/>
                </a:cubicBezTo>
                <a:lnTo>
                  <a:pt x="3927" y="13800"/>
                </a:lnTo>
                <a:cubicBezTo>
                  <a:pt x="3927" y="13469"/>
                  <a:pt x="3707" y="13200"/>
                  <a:pt x="3436" y="13200"/>
                </a:cubicBezTo>
              </a:path>
            </a:pathLst>
          </a:custGeom>
          <a:solidFill>
            <a:schemeClr val="bg1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LID4096" dirty="0"/>
          </a:p>
        </p:txBody>
      </p:sp>
      <p:sp>
        <p:nvSpPr>
          <p:cNvPr id="354" name="CustomShape 11"/>
          <p:cNvSpPr/>
          <p:nvPr/>
        </p:nvSpPr>
        <p:spPr>
          <a:xfrm>
            <a:off x="1338660" y="5332560"/>
            <a:ext cx="572940" cy="5729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14727"/>
                </a:moveTo>
                <a:cubicBezTo>
                  <a:pt x="8631" y="14727"/>
                  <a:pt x="6873" y="12969"/>
                  <a:pt x="6873" y="10800"/>
                </a:cubicBezTo>
                <a:cubicBezTo>
                  <a:pt x="6873" y="8631"/>
                  <a:pt x="8631" y="6873"/>
                  <a:pt x="10800" y="6873"/>
                </a:cubicBezTo>
                <a:cubicBezTo>
                  <a:pt x="12969" y="6873"/>
                  <a:pt x="14727" y="8631"/>
                  <a:pt x="14727" y="10800"/>
                </a:cubicBezTo>
                <a:cubicBezTo>
                  <a:pt x="14727" y="12969"/>
                  <a:pt x="12969" y="14727"/>
                  <a:pt x="10800" y="14727"/>
                </a:cubicBezTo>
                <a:moveTo>
                  <a:pt x="10800" y="5891"/>
                </a:moveTo>
                <a:cubicBezTo>
                  <a:pt x="8088" y="5891"/>
                  <a:pt x="5891" y="8089"/>
                  <a:pt x="5891" y="10800"/>
                </a:cubicBezTo>
                <a:cubicBezTo>
                  <a:pt x="5891" y="13512"/>
                  <a:pt x="8088" y="15709"/>
                  <a:pt x="10800" y="15709"/>
                </a:cubicBezTo>
                <a:cubicBezTo>
                  <a:pt x="13512" y="15709"/>
                  <a:pt x="15709" y="13512"/>
                  <a:pt x="15709" y="10800"/>
                </a:cubicBezTo>
                <a:cubicBezTo>
                  <a:pt x="15709" y="8089"/>
                  <a:pt x="13512" y="5891"/>
                  <a:pt x="10800" y="5891"/>
                </a:cubicBezTo>
                <a:moveTo>
                  <a:pt x="20618" y="12013"/>
                </a:moveTo>
                <a:cubicBezTo>
                  <a:pt x="20614" y="12014"/>
                  <a:pt x="20611" y="12016"/>
                  <a:pt x="20607" y="12017"/>
                </a:cubicBezTo>
                <a:lnTo>
                  <a:pt x="19602" y="12268"/>
                </a:lnTo>
                <a:cubicBezTo>
                  <a:pt x="19256" y="12354"/>
                  <a:pt x="18984" y="12622"/>
                  <a:pt x="18892" y="12966"/>
                </a:cubicBezTo>
                <a:cubicBezTo>
                  <a:pt x="18703" y="13673"/>
                  <a:pt x="18421" y="14351"/>
                  <a:pt x="18053" y="14986"/>
                </a:cubicBezTo>
                <a:cubicBezTo>
                  <a:pt x="17873" y="15295"/>
                  <a:pt x="17876" y="15677"/>
                  <a:pt x="18060" y="15984"/>
                </a:cubicBezTo>
                <a:lnTo>
                  <a:pt x="18601" y="16885"/>
                </a:lnTo>
                <a:lnTo>
                  <a:pt x="16886" y="18600"/>
                </a:lnTo>
                <a:cubicBezTo>
                  <a:pt x="16882" y="18599"/>
                  <a:pt x="16878" y="18597"/>
                  <a:pt x="16875" y="18595"/>
                </a:cubicBezTo>
                <a:lnTo>
                  <a:pt x="15978" y="18057"/>
                </a:lnTo>
                <a:cubicBezTo>
                  <a:pt x="15822" y="17964"/>
                  <a:pt x="15648" y="17917"/>
                  <a:pt x="15473" y="17917"/>
                </a:cubicBezTo>
                <a:cubicBezTo>
                  <a:pt x="15304" y="17917"/>
                  <a:pt x="15134" y="17961"/>
                  <a:pt x="14982" y="18049"/>
                </a:cubicBezTo>
                <a:cubicBezTo>
                  <a:pt x="14348" y="18415"/>
                  <a:pt x="13671" y="18696"/>
                  <a:pt x="12968" y="18884"/>
                </a:cubicBezTo>
                <a:cubicBezTo>
                  <a:pt x="12624" y="18976"/>
                  <a:pt x="12356" y="19248"/>
                  <a:pt x="12269" y="19594"/>
                </a:cubicBezTo>
                <a:lnTo>
                  <a:pt x="12016" y="20608"/>
                </a:lnTo>
                <a:cubicBezTo>
                  <a:pt x="12015" y="20611"/>
                  <a:pt x="12014" y="20614"/>
                  <a:pt x="12012" y="20619"/>
                </a:cubicBezTo>
                <a:lnTo>
                  <a:pt x="9587" y="20619"/>
                </a:lnTo>
                <a:lnTo>
                  <a:pt x="9331" y="19594"/>
                </a:lnTo>
                <a:cubicBezTo>
                  <a:pt x="9244" y="19248"/>
                  <a:pt x="8976" y="18976"/>
                  <a:pt x="8632" y="18884"/>
                </a:cubicBezTo>
                <a:cubicBezTo>
                  <a:pt x="7929" y="18696"/>
                  <a:pt x="7251" y="18415"/>
                  <a:pt x="6617" y="18049"/>
                </a:cubicBezTo>
                <a:cubicBezTo>
                  <a:pt x="6465" y="17961"/>
                  <a:pt x="6296" y="17917"/>
                  <a:pt x="6127" y="17917"/>
                </a:cubicBezTo>
                <a:cubicBezTo>
                  <a:pt x="5951" y="17917"/>
                  <a:pt x="5777" y="17964"/>
                  <a:pt x="5621" y="18057"/>
                </a:cubicBezTo>
                <a:lnTo>
                  <a:pt x="4725" y="18595"/>
                </a:lnTo>
                <a:cubicBezTo>
                  <a:pt x="4722" y="18597"/>
                  <a:pt x="4718" y="18599"/>
                  <a:pt x="4714" y="18600"/>
                </a:cubicBezTo>
                <a:lnTo>
                  <a:pt x="3000" y="16885"/>
                </a:lnTo>
                <a:lnTo>
                  <a:pt x="3540" y="15983"/>
                </a:lnTo>
                <a:cubicBezTo>
                  <a:pt x="3724" y="15677"/>
                  <a:pt x="3727" y="15295"/>
                  <a:pt x="3548" y="14986"/>
                </a:cubicBezTo>
                <a:cubicBezTo>
                  <a:pt x="3179" y="14351"/>
                  <a:pt x="2897" y="13672"/>
                  <a:pt x="2708" y="12966"/>
                </a:cubicBezTo>
                <a:cubicBezTo>
                  <a:pt x="2616" y="12622"/>
                  <a:pt x="2343" y="12354"/>
                  <a:pt x="1998" y="12268"/>
                </a:cubicBezTo>
                <a:lnTo>
                  <a:pt x="993" y="12017"/>
                </a:lnTo>
                <a:cubicBezTo>
                  <a:pt x="989" y="12016"/>
                  <a:pt x="986" y="12014"/>
                  <a:pt x="982" y="12013"/>
                </a:cubicBezTo>
                <a:lnTo>
                  <a:pt x="982" y="9587"/>
                </a:lnTo>
                <a:lnTo>
                  <a:pt x="1998" y="9333"/>
                </a:lnTo>
                <a:cubicBezTo>
                  <a:pt x="2343" y="9247"/>
                  <a:pt x="2616" y="8979"/>
                  <a:pt x="2708" y="8634"/>
                </a:cubicBezTo>
                <a:cubicBezTo>
                  <a:pt x="2897" y="7928"/>
                  <a:pt x="3179" y="7250"/>
                  <a:pt x="3548" y="6615"/>
                </a:cubicBezTo>
                <a:cubicBezTo>
                  <a:pt x="3727" y="6305"/>
                  <a:pt x="3724" y="5924"/>
                  <a:pt x="3540" y="5617"/>
                </a:cubicBezTo>
                <a:lnTo>
                  <a:pt x="3005" y="4725"/>
                </a:lnTo>
                <a:cubicBezTo>
                  <a:pt x="3004" y="4722"/>
                  <a:pt x="3002" y="4718"/>
                  <a:pt x="3000" y="4714"/>
                </a:cubicBezTo>
                <a:lnTo>
                  <a:pt x="4715" y="3000"/>
                </a:lnTo>
                <a:lnTo>
                  <a:pt x="5621" y="3544"/>
                </a:lnTo>
                <a:cubicBezTo>
                  <a:pt x="5777" y="3637"/>
                  <a:pt x="5951" y="3683"/>
                  <a:pt x="6127" y="3683"/>
                </a:cubicBezTo>
                <a:cubicBezTo>
                  <a:pt x="6296" y="3683"/>
                  <a:pt x="6465" y="3640"/>
                  <a:pt x="6618" y="3551"/>
                </a:cubicBezTo>
                <a:cubicBezTo>
                  <a:pt x="7251" y="3185"/>
                  <a:pt x="7929" y="2904"/>
                  <a:pt x="8632" y="2717"/>
                </a:cubicBezTo>
                <a:cubicBezTo>
                  <a:pt x="8976" y="2624"/>
                  <a:pt x="9244" y="2353"/>
                  <a:pt x="9331" y="2007"/>
                </a:cubicBezTo>
                <a:lnTo>
                  <a:pt x="9587" y="982"/>
                </a:lnTo>
                <a:lnTo>
                  <a:pt x="12012" y="982"/>
                </a:lnTo>
                <a:cubicBezTo>
                  <a:pt x="12014" y="986"/>
                  <a:pt x="12015" y="989"/>
                  <a:pt x="12016" y="993"/>
                </a:cubicBezTo>
                <a:lnTo>
                  <a:pt x="12269" y="2007"/>
                </a:lnTo>
                <a:cubicBezTo>
                  <a:pt x="12356" y="2353"/>
                  <a:pt x="12624" y="2624"/>
                  <a:pt x="12968" y="2717"/>
                </a:cubicBezTo>
                <a:cubicBezTo>
                  <a:pt x="13671" y="2904"/>
                  <a:pt x="14348" y="3185"/>
                  <a:pt x="14982" y="3551"/>
                </a:cubicBezTo>
                <a:cubicBezTo>
                  <a:pt x="15134" y="3640"/>
                  <a:pt x="15304" y="3683"/>
                  <a:pt x="15473" y="3683"/>
                </a:cubicBezTo>
                <a:cubicBezTo>
                  <a:pt x="15648" y="3683"/>
                  <a:pt x="15822" y="3637"/>
                  <a:pt x="15978" y="3544"/>
                </a:cubicBezTo>
                <a:lnTo>
                  <a:pt x="16884" y="3000"/>
                </a:lnTo>
                <a:lnTo>
                  <a:pt x="18600" y="4714"/>
                </a:lnTo>
                <a:cubicBezTo>
                  <a:pt x="18598" y="4718"/>
                  <a:pt x="18597" y="4722"/>
                  <a:pt x="18595" y="4726"/>
                </a:cubicBezTo>
                <a:lnTo>
                  <a:pt x="18060" y="5617"/>
                </a:lnTo>
                <a:cubicBezTo>
                  <a:pt x="17876" y="5924"/>
                  <a:pt x="17873" y="6305"/>
                  <a:pt x="18053" y="6615"/>
                </a:cubicBezTo>
                <a:cubicBezTo>
                  <a:pt x="18421" y="7249"/>
                  <a:pt x="18703" y="7928"/>
                  <a:pt x="18892" y="8634"/>
                </a:cubicBezTo>
                <a:cubicBezTo>
                  <a:pt x="18984" y="8979"/>
                  <a:pt x="19256" y="9247"/>
                  <a:pt x="19602" y="9333"/>
                </a:cubicBezTo>
                <a:lnTo>
                  <a:pt x="20618" y="9587"/>
                </a:lnTo>
                <a:cubicBezTo>
                  <a:pt x="20618" y="9587"/>
                  <a:pt x="20618" y="12013"/>
                  <a:pt x="20618" y="12013"/>
                </a:cubicBezTo>
                <a:close/>
                <a:moveTo>
                  <a:pt x="20880" y="8641"/>
                </a:moveTo>
                <a:lnTo>
                  <a:pt x="19841" y="8380"/>
                </a:lnTo>
                <a:cubicBezTo>
                  <a:pt x="19626" y="7580"/>
                  <a:pt x="19308" y="6822"/>
                  <a:pt x="18902" y="6122"/>
                </a:cubicBezTo>
                <a:lnTo>
                  <a:pt x="19455" y="5201"/>
                </a:lnTo>
                <a:cubicBezTo>
                  <a:pt x="19625" y="4871"/>
                  <a:pt x="19736" y="4463"/>
                  <a:pt x="19455" y="4182"/>
                </a:cubicBezTo>
                <a:lnTo>
                  <a:pt x="17419" y="2146"/>
                </a:lnTo>
                <a:cubicBezTo>
                  <a:pt x="17292" y="2018"/>
                  <a:pt x="17136" y="1968"/>
                  <a:pt x="16975" y="1968"/>
                </a:cubicBezTo>
                <a:cubicBezTo>
                  <a:pt x="16778" y="1968"/>
                  <a:pt x="16572" y="2043"/>
                  <a:pt x="16400" y="2146"/>
                </a:cubicBezTo>
                <a:lnTo>
                  <a:pt x="15473" y="2702"/>
                </a:lnTo>
                <a:cubicBezTo>
                  <a:pt x="14775" y="2298"/>
                  <a:pt x="14020" y="1982"/>
                  <a:pt x="13222" y="1768"/>
                </a:cubicBezTo>
                <a:lnTo>
                  <a:pt x="12960" y="720"/>
                </a:lnTo>
                <a:cubicBezTo>
                  <a:pt x="12848" y="367"/>
                  <a:pt x="12638" y="0"/>
                  <a:pt x="12240" y="0"/>
                </a:cubicBezTo>
                <a:lnTo>
                  <a:pt x="9360" y="0"/>
                </a:lnTo>
                <a:cubicBezTo>
                  <a:pt x="8962" y="0"/>
                  <a:pt x="8730" y="367"/>
                  <a:pt x="8640" y="720"/>
                </a:cubicBezTo>
                <a:lnTo>
                  <a:pt x="8378" y="1768"/>
                </a:lnTo>
                <a:cubicBezTo>
                  <a:pt x="7580" y="1982"/>
                  <a:pt x="6825" y="2298"/>
                  <a:pt x="6127" y="2702"/>
                </a:cubicBezTo>
                <a:lnTo>
                  <a:pt x="5200" y="2146"/>
                </a:lnTo>
                <a:cubicBezTo>
                  <a:pt x="5028" y="2043"/>
                  <a:pt x="4822" y="1968"/>
                  <a:pt x="4625" y="1968"/>
                </a:cubicBezTo>
                <a:cubicBezTo>
                  <a:pt x="4464" y="1968"/>
                  <a:pt x="4308" y="2018"/>
                  <a:pt x="4181" y="2146"/>
                </a:cubicBezTo>
                <a:lnTo>
                  <a:pt x="2145" y="4182"/>
                </a:lnTo>
                <a:cubicBezTo>
                  <a:pt x="1864" y="4463"/>
                  <a:pt x="1975" y="4871"/>
                  <a:pt x="2145" y="5201"/>
                </a:cubicBezTo>
                <a:lnTo>
                  <a:pt x="2698" y="6122"/>
                </a:lnTo>
                <a:cubicBezTo>
                  <a:pt x="2292" y="6822"/>
                  <a:pt x="1973" y="7580"/>
                  <a:pt x="1759" y="8380"/>
                </a:cubicBezTo>
                <a:lnTo>
                  <a:pt x="720" y="8641"/>
                </a:lnTo>
                <a:cubicBezTo>
                  <a:pt x="367" y="8730"/>
                  <a:pt x="0" y="8963"/>
                  <a:pt x="0" y="9361"/>
                </a:cubicBezTo>
                <a:lnTo>
                  <a:pt x="0" y="12240"/>
                </a:lnTo>
                <a:cubicBezTo>
                  <a:pt x="0" y="12638"/>
                  <a:pt x="367" y="12848"/>
                  <a:pt x="720" y="12960"/>
                </a:cubicBezTo>
                <a:lnTo>
                  <a:pt x="1759" y="13220"/>
                </a:lnTo>
                <a:cubicBezTo>
                  <a:pt x="1973" y="14021"/>
                  <a:pt x="2292" y="14778"/>
                  <a:pt x="2698" y="15479"/>
                </a:cubicBezTo>
                <a:lnTo>
                  <a:pt x="2145" y="16400"/>
                </a:lnTo>
                <a:cubicBezTo>
                  <a:pt x="1959" y="16714"/>
                  <a:pt x="1864" y="17138"/>
                  <a:pt x="2145" y="17419"/>
                </a:cubicBezTo>
                <a:lnTo>
                  <a:pt x="4181" y="19455"/>
                </a:lnTo>
                <a:cubicBezTo>
                  <a:pt x="4305" y="19579"/>
                  <a:pt x="4454" y="19627"/>
                  <a:pt x="4610" y="19627"/>
                </a:cubicBezTo>
                <a:cubicBezTo>
                  <a:pt x="4807" y="19627"/>
                  <a:pt x="5016" y="19550"/>
                  <a:pt x="5200" y="19455"/>
                </a:cubicBezTo>
                <a:lnTo>
                  <a:pt x="6127" y="18899"/>
                </a:lnTo>
                <a:cubicBezTo>
                  <a:pt x="6825" y="19303"/>
                  <a:pt x="7580" y="19619"/>
                  <a:pt x="8378" y="19832"/>
                </a:cubicBezTo>
                <a:lnTo>
                  <a:pt x="8640" y="20880"/>
                </a:lnTo>
                <a:cubicBezTo>
                  <a:pt x="8730" y="21233"/>
                  <a:pt x="8962" y="21600"/>
                  <a:pt x="9360" y="21600"/>
                </a:cubicBezTo>
                <a:lnTo>
                  <a:pt x="12240" y="21600"/>
                </a:lnTo>
                <a:cubicBezTo>
                  <a:pt x="12638" y="21600"/>
                  <a:pt x="12848" y="21233"/>
                  <a:pt x="12960" y="20880"/>
                </a:cubicBezTo>
                <a:lnTo>
                  <a:pt x="13222" y="19832"/>
                </a:lnTo>
                <a:cubicBezTo>
                  <a:pt x="14020" y="19619"/>
                  <a:pt x="14775" y="19303"/>
                  <a:pt x="15473" y="18899"/>
                </a:cubicBezTo>
                <a:lnTo>
                  <a:pt x="16400" y="19455"/>
                </a:lnTo>
                <a:cubicBezTo>
                  <a:pt x="16584" y="19550"/>
                  <a:pt x="16793" y="19627"/>
                  <a:pt x="16990" y="19627"/>
                </a:cubicBezTo>
                <a:cubicBezTo>
                  <a:pt x="17146" y="19627"/>
                  <a:pt x="17294" y="19579"/>
                  <a:pt x="17419" y="19455"/>
                </a:cubicBezTo>
                <a:lnTo>
                  <a:pt x="19455" y="17419"/>
                </a:lnTo>
                <a:cubicBezTo>
                  <a:pt x="19736" y="17138"/>
                  <a:pt x="19641" y="16714"/>
                  <a:pt x="19455" y="16400"/>
                </a:cubicBezTo>
                <a:lnTo>
                  <a:pt x="18902" y="15479"/>
                </a:lnTo>
                <a:cubicBezTo>
                  <a:pt x="19308" y="14778"/>
                  <a:pt x="19626" y="14021"/>
                  <a:pt x="19841" y="13220"/>
                </a:cubicBezTo>
                <a:lnTo>
                  <a:pt x="20880" y="12960"/>
                </a:lnTo>
                <a:cubicBezTo>
                  <a:pt x="21233" y="12848"/>
                  <a:pt x="21600" y="12638"/>
                  <a:pt x="21600" y="12240"/>
                </a:cubicBezTo>
                <a:lnTo>
                  <a:pt x="21600" y="9361"/>
                </a:lnTo>
                <a:cubicBezTo>
                  <a:pt x="21600" y="8963"/>
                  <a:pt x="21233" y="8730"/>
                  <a:pt x="20880" y="8641"/>
                </a:cubicBezTo>
              </a:path>
            </a:pathLst>
          </a:custGeom>
          <a:solidFill>
            <a:schemeClr val="bg1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55" name="CustomShape 12"/>
          <p:cNvSpPr/>
          <p:nvPr/>
        </p:nvSpPr>
        <p:spPr>
          <a:xfrm>
            <a:off x="1234980" y="2844540"/>
            <a:ext cx="572940" cy="4687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5400" y="6001"/>
                </a:moveTo>
                <a:lnTo>
                  <a:pt x="8345" y="6001"/>
                </a:lnTo>
                <a:cubicBezTo>
                  <a:pt x="8617" y="6001"/>
                  <a:pt x="8836" y="5732"/>
                  <a:pt x="8836" y="5400"/>
                </a:cubicBezTo>
                <a:cubicBezTo>
                  <a:pt x="8836" y="5070"/>
                  <a:pt x="8617" y="4800"/>
                  <a:pt x="8345" y="4800"/>
                </a:cubicBezTo>
                <a:lnTo>
                  <a:pt x="5400" y="4800"/>
                </a:lnTo>
                <a:cubicBezTo>
                  <a:pt x="5129" y="4800"/>
                  <a:pt x="4909" y="5070"/>
                  <a:pt x="4909" y="5400"/>
                </a:cubicBezTo>
                <a:cubicBezTo>
                  <a:pt x="4909" y="5732"/>
                  <a:pt x="5129" y="6001"/>
                  <a:pt x="5400" y="6001"/>
                </a:cubicBezTo>
                <a:moveTo>
                  <a:pt x="20618" y="20400"/>
                </a:moveTo>
                <a:lnTo>
                  <a:pt x="18655" y="20400"/>
                </a:lnTo>
                <a:lnTo>
                  <a:pt x="18655" y="18000"/>
                </a:lnTo>
                <a:cubicBezTo>
                  <a:pt x="18926" y="18000"/>
                  <a:pt x="19145" y="17732"/>
                  <a:pt x="19145" y="17400"/>
                </a:cubicBezTo>
                <a:cubicBezTo>
                  <a:pt x="19145" y="17070"/>
                  <a:pt x="18926" y="16801"/>
                  <a:pt x="18655" y="16801"/>
                </a:cubicBezTo>
                <a:lnTo>
                  <a:pt x="18655" y="3601"/>
                </a:lnTo>
                <a:lnTo>
                  <a:pt x="20618" y="3601"/>
                </a:lnTo>
                <a:cubicBezTo>
                  <a:pt x="20618" y="3601"/>
                  <a:pt x="20618" y="20400"/>
                  <a:pt x="20618" y="20400"/>
                </a:cubicBezTo>
                <a:close/>
                <a:moveTo>
                  <a:pt x="17673" y="16801"/>
                </a:moveTo>
                <a:cubicBezTo>
                  <a:pt x="17401" y="16801"/>
                  <a:pt x="17182" y="17070"/>
                  <a:pt x="17182" y="17400"/>
                </a:cubicBezTo>
                <a:cubicBezTo>
                  <a:pt x="17182" y="17732"/>
                  <a:pt x="17401" y="18000"/>
                  <a:pt x="17673" y="18000"/>
                </a:cubicBezTo>
                <a:lnTo>
                  <a:pt x="17673" y="20400"/>
                </a:lnTo>
                <a:lnTo>
                  <a:pt x="3927" y="20400"/>
                </a:lnTo>
                <a:lnTo>
                  <a:pt x="3927" y="18000"/>
                </a:lnTo>
                <a:cubicBezTo>
                  <a:pt x="4199" y="18000"/>
                  <a:pt x="4418" y="17732"/>
                  <a:pt x="4418" y="17400"/>
                </a:cubicBezTo>
                <a:cubicBezTo>
                  <a:pt x="4418" y="17070"/>
                  <a:pt x="4199" y="16801"/>
                  <a:pt x="3927" y="16801"/>
                </a:cubicBezTo>
                <a:lnTo>
                  <a:pt x="3927" y="3601"/>
                </a:lnTo>
                <a:lnTo>
                  <a:pt x="17673" y="3601"/>
                </a:lnTo>
                <a:cubicBezTo>
                  <a:pt x="17673" y="3601"/>
                  <a:pt x="17673" y="16801"/>
                  <a:pt x="17673" y="16801"/>
                </a:cubicBezTo>
                <a:close/>
                <a:moveTo>
                  <a:pt x="2945" y="16801"/>
                </a:moveTo>
                <a:cubicBezTo>
                  <a:pt x="2674" y="16801"/>
                  <a:pt x="2455" y="17070"/>
                  <a:pt x="2455" y="17400"/>
                </a:cubicBezTo>
                <a:cubicBezTo>
                  <a:pt x="2455" y="17732"/>
                  <a:pt x="2674" y="18000"/>
                  <a:pt x="2945" y="18000"/>
                </a:cubicBezTo>
                <a:lnTo>
                  <a:pt x="2945" y="20400"/>
                </a:lnTo>
                <a:lnTo>
                  <a:pt x="982" y="20400"/>
                </a:lnTo>
                <a:lnTo>
                  <a:pt x="982" y="3601"/>
                </a:lnTo>
                <a:lnTo>
                  <a:pt x="2945" y="3601"/>
                </a:lnTo>
                <a:cubicBezTo>
                  <a:pt x="2945" y="3601"/>
                  <a:pt x="2945" y="16801"/>
                  <a:pt x="2945" y="16801"/>
                </a:cubicBezTo>
                <a:close/>
                <a:moveTo>
                  <a:pt x="8836" y="1200"/>
                </a:moveTo>
                <a:lnTo>
                  <a:pt x="12764" y="1200"/>
                </a:lnTo>
                <a:cubicBezTo>
                  <a:pt x="13305" y="1200"/>
                  <a:pt x="13745" y="1738"/>
                  <a:pt x="13745" y="2400"/>
                </a:cubicBezTo>
                <a:lnTo>
                  <a:pt x="7855" y="2400"/>
                </a:lnTo>
                <a:cubicBezTo>
                  <a:pt x="7855" y="1738"/>
                  <a:pt x="8295" y="1200"/>
                  <a:pt x="8836" y="1200"/>
                </a:cubicBezTo>
                <a:moveTo>
                  <a:pt x="20618" y="2400"/>
                </a:moveTo>
                <a:lnTo>
                  <a:pt x="14727" y="2400"/>
                </a:lnTo>
                <a:cubicBezTo>
                  <a:pt x="14727" y="1075"/>
                  <a:pt x="13848" y="0"/>
                  <a:pt x="12764" y="0"/>
                </a:cubicBezTo>
                <a:lnTo>
                  <a:pt x="8836" y="0"/>
                </a:lnTo>
                <a:cubicBezTo>
                  <a:pt x="7752" y="0"/>
                  <a:pt x="6873" y="1075"/>
                  <a:pt x="6873" y="2400"/>
                </a:cubicBezTo>
                <a:lnTo>
                  <a:pt x="982" y="2400"/>
                </a:lnTo>
                <a:cubicBezTo>
                  <a:pt x="439" y="2400"/>
                  <a:pt x="0" y="2938"/>
                  <a:pt x="0" y="3601"/>
                </a:cubicBezTo>
                <a:lnTo>
                  <a:pt x="0" y="20400"/>
                </a:lnTo>
                <a:cubicBezTo>
                  <a:pt x="0" y="21063"/>
                  <a:pt x="439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1063"/>
                  <a:pt x="21600" y="20400"/>
                </a:cubicBezTo>
                <a:lnTo>
                  <a:pt x="21600" y="3601"/>
                </a:lnTo>
                <a:cubicBezTo>
                  <a:pt x="21600" y="2938"/>
                  <a:pt x="21160" y="2400"/>
                  <a:pt x="20618" y="2400"/>
                </a:cubicBezTo>
                <a:moveTo>
                  <a:pt x="5400" y="8400"/>
                </a:moveTo>
                <a:lnTo>
                  <a:pt x="6382" y="8400"/>
                </a:lnTo>
                <a:cubicBezTo>
                  <a:pt x="6653" y="8400"/>
                  <a:pt x="6873" y="8132"/>
                  <a:pt x="6873" y="7800"/>
                </a:cubicBezTo>
                <a:cubicBezTo>
                  <a:pt x="6873" y="7470"/>
                  <a:pt x="6653" y="7200"/>
                  <a:pt x="6382" y="7200"/>
                </a:cubicBezTo>
                <a:lnTo>
                  <a:pt x="5400" y="7200"/>
                </a:lnTo>
                <a:cubicBezTo>
                  <a:pt x="5129" y="7200"/>
                  <a:pt x="4909" y="7470"/>
                  <a:pt x="4909" y="7800"/>
                </a:cubicBezTo>
                <a:cubicBezTo>
                  <a:pt x="4909" y="8132"/>
                  <a:pt x="5129" y="8400"/>
                  <a:pt x="5400" y="8400"/>
                </a:cubicBezTo>
              </a:path>
            </a:pathLst>
          </a:custGeom>
          <a:solidFill>
            <a:schemeClr val="bg1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56" name="CustomShape 13"/>
          <p:cNvSpPr/>
          <p:nvPr/>
        </p:nvSpPr>
        <p:spPr>
          <a:xfrm>
            <a:off x="12573000" y="2198832"/>
            <a:ext cx="5714640" cy="80881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" name="object 36">
            <a:extLst>
              <a:ext uri="{FF2B5EF4-FFF2-40B4-BE49-F238E27FC236}">
                <a16:creationId xmlns:a16="http://schemas.microsoft.com/office/drawing/2014/main" id="{65225DB6-21B3-C890-8941-8A14BDACB449}"/>
              </a:ext>
            </a:extLst>
          </p:cNvPr>
          <p:cNvSpPr/>
          <p:nvPr/>
        </p:nvSpPr>
        <p:spPr>
          <a:xfrm>
            <a:off x="500449" y="0"/>
            <a:ext cx="1132840" cy="735330"/>
          </a:xfrm>
          <a:custGeom>
            <a:avLst/>
            <a:gdLst/>
            <a:ahLst/>
            <a:cxnLst/>
            <a:rect l="l" t="t" r="r" b="b"/>
            <a:pathLst>
              <a:path w="1132839" h="735330">
                <a:moveTo>
                  <a:pt x="1132297" y="735301"/>
                </a:moveTo>
                <a:lnTo>
                  <a:pt x="0" y="735301"/>
                </a:lnTo>
                <a:lnTo>
                  <a:pt x="0" y="0"/>
                </a:lnTo>
                <a:lnTo>
                  <a:pt x="1132297" y="0"/>
                </a:lnTo>
                <a:lnTo>
                  <a:pt x="1132297" y="735301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27">
            <a:extLst>
              <a:ext uri="{FF2B5EF4-FFF2-40B4-BE49-F238E27FC236}">
                <a16:creationId xmlns:a16="http://schemas.microsoft.com/office/drawing/2014/main" id="{ECB60D9C-3245-DE3A-FAEF-D0D92392C4DA}"/>
              </a:ext>
            </a:extLst>
          </p:cNvPr>
          <p:cNvSpPr txBox="1">
            <a:spLocks/>
          </p:cNvSpPr>
          <p:nvPr/>
        </p:nvSpPr>
        <p:spPr>
          <a:xfrm>
            <a:off x="1729072" y="565879"/>
            <a:ext cx="5586128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ts val="4799"/>
              </a:lnSpc>
            </a:pPr>
            <a:r>
              <a:rPr lang="en-US" sz="4800" dirty="0">
                <a:latin typeface="Tahoma"/>
              </a:rPr>
              <a:t>Business Model</a:t>
            </a: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923EDACB-A65C-7A9E-DFA7-188107115A67}"/>
              </a:ext>
            </a:extLst>
          </p:cNvPr>
          <p:cNvSpPr/>
          <p:nvPr/>
        </p:nvSpPr>
        <p:spPr>
          <a:xfrm>
            <a:off x="592013" y="1056208"/>
            <a:ext cx="0" cy="1068705"/>
          </a:xfrm>
          <a:custGeom>
            <a:avLst/>
            <a:gdLst/>
            <a:ahLst/>
            <a:cxnLst/>
            <a:rect l="l" t="t" r="r" b="b"/>
            <a:pathLst>
              <a:path h="1068705">
                <a:moveTo>
                  <a:pt x="0" y="0"/>
                </a:moveTo>
                <a:lnTo>
                  <a:pt x="0" y="1068391"/>
                </a:lnTo>
              </a:path>
            </a:pathLst>
          </a:custGeom>
          <a:ln w="47624">
            <a:solidFill>
              <a:srgbClr val="00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1DB28B-5A5B-8F26-0E02-4B4CD7E605C8}"/>
              </a:ext>
            </a:extLst>
          </p:cNvPr>
          <p:cNvSpPr txBox="1"/>
          <p:nvPr/>
        </p:nvSpPr>
        <p:spPr>
          <a:xfrm>
            <a:off x="6324601" y="1467495"/>
            <a:ext cx="4648199" cy="3994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tabLst>
                <a:tab pos="914400" algn="l"/>
              </a:tabLst>
            </a:pPr>
            <a:r>
              <a:rPr lang="en-US" sz="2000" b="1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{How the startup generates revenue</a:t>
            </a:r>
            <a:r>
              <a:rPr lang="en-US" sz="2000" b="1" i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en-US" sz="2800" b="1" i="1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4D0B69-A41C-DF2B-FD90-4F50668A6487}"/>
              </a:ext>
            </a:extLst>
          </p:cNvPr>
          <p:cNvSpPr txBox="1"/>
          <p:nvPr/>
        </p:nvSpPr>
        <p:spPr>
          <a:xfrm>
            <a:off x="2841011" y="2785142"/>
            <a:ext cx="10070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 </a:t>
            </a:r>
            <a:endParaRPr lang="LID4096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2E17D03-7130-FBC4-8BF6-1C811D452C9B}"/>
              </a:ext>
            </a:extLst>
          </p:cNvPr>
          <p:cNvSpPr txBox="1"/>
          <p:nvPr/>
        </p:nvSpPr>
        <p:spPr>
          <a:xfrm>
            <a:off x="2856125" y="8035068"/>
            <a:ext cx="10070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3. </a:t>
            </a:r>
            <a:endParaRPr lang="LID4096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D0D1217-CD30-93EC-CD03-FA3F7CB44EBF}"/>
              </a:ext>
            </a:extLst>
          </p:cNvPr>
          <p:cNvSpPr txBox="1"/>
          <p:nvPr/>
        </p:nvSpPr>
        <p:spPr>
          <a:xfrm>
            <a:off x="2819399" y="5459968"/>
            <a:ext cx="10070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2. </a:t>
            </a:r>
            <a:endParaRPr lang="LID4096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5FF5EE6-00C1-3343-81C3-893056A4DD8E}"/>
              </a:ext>
            </a:extLst>
          </p:cNvPr>
          <p:cNvSpPr txBox="1"/>
          <p:nvPr/>
        </p:nvSpPr>
        <p:spPr>
          <a:xfrm>
            <a:off x="14120073" y="5626814"/>
            <a:ext cx="26970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/>
              <a:t>Insert Image</a:t>
            </a:r>
            <a:endParaRPr lang="LID4096" b="1" i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6" name="Table 1"/>
          <p:cNvGraphicFramePr/>
          <p:nvPr>
            <p:extLst>
              <p:ext uri="{D42A27DB-BD31-4B8C-83A1-F6EECF244321}">
                <p14:modId xmlns:p14="http://schemas.microsoft.com/office/powerpoint/2010/main" val="3184644907"/>
              </p:ext>
            </p:extLst>
          </p:nvPr>
        </p:nvGraphicFramePr>
        <p:xfrm>
          <a:off x="1219200" y="3314700"/>
          <a:ext cx="16187580" cy="5876100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147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3041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600" b="1" strike="noStrike" spc="-1" dirty="0">
                          <a:solidFill>
                            <a:schemeClr val="tx1"/>
                          </a:solidFill>
                        </a:rPr>
                        <a:t>Component/Competitor</a:t>
                      </a:r>
                      <a:endParaRPr lang="en-US" sz="1600" b="0" strike="noStrike" spc="-1" dirty="0">
                        <a:solidFill>
                          <a:schemeClr val="tx1"/>
                        </a:solidFill>
                        <a:latin typeface="Arial"/>
                      </a:endParaRPr>
                    </a:p>
                  </a:txBody>
                  <a:tcPr marL="102600" marR="102600" marT="68580" marB="6858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600" b="1" strike="noStrike" spc="-1" dirty="0">
                          <a:solidFill>
                            <a:schemeClr val="tx1"/>
                          </a:solidFill>
                        </a:rPr>
                        <a:t>Component/ Competitor 1</a:t>
                      </a:r>
                      <a:endParaRPr lang="en-US" sz="1600" b="0" strike="noStrike" spc="-1" dirty="0">
                        <a:solidFill>
                          <a:schemeClr val="tx1"/>
                        </a:solidFill>
                        <a:latin typeface="Arial"/>
                      </a:endParaRPr>
                    </a:p>
                  </a:txBody>
                  <a:tcPr marL="102600" marR="102600" marT="68580" marB="6858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600" b="1" strike="noStrike" spc="-1" dirty="0">
                          <a:solidFill>
                            <a:schemeClr val="tx1"/>
                          </a:solidFill>
                        </a:rPr>
                        <a:t>Component/Competitor 2</a:t>
                      </a:r>
                      <a:endParaRPr lang="en-US" sz="1600" b="0" strike="noStrike" spc="-1" dirty="0">
                        <a:solidFill>
                          <a:schemeClr val="tx1"/>
                        </a:solidFill>
                        <a:latin typeface="Arial"/>
                      </a:endParaRPr>
                    </a:p>
                  </a:txBody>
                  <a:tcPr marL="102600" marR="102600" marT="68580" marB="6858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600" b="1" strike="noStrike" spc="-1" dirty="0">
                          <a:solidFill>
                            <a:schemeClr val="tx1"/>
                          </a:solidFill>
                        </a:rPr>
                        <a:t>Component/ Competitor 3</a:t>
                      </a:r>
                      <a:endParaRPr lang="en-US" sz="1600" b="0" strike="noStrike" spc="-1" dirty="0">
                        <a:solidFill>
                          <a:schemeClr val="tx1"/>
                        </a:solidFill>
                        <a:latin typeface="Arial"/>
                      </a:endParaRPr>
                    </a:p>
                  </a:txBody>
                  <a:tcPr marL="102600" marR="102600" marT="68580" marB="6858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600" b="1" strike="noStrike" spc="-1" dirty="0">
                          <a:solidFill>
                            <a:schemeClr val="tx1"/>
                          </a:solidFill>
                        </a:rPr>
                        <a:t>Competitive Advantage</a:t>
                      </a:r>
                      <a:endParaRPr lang="en-US" sz="1600" b="0" strike="noStrike" spc="-1" dirty="0">
                        <a:solidFill>
                          <a:schemeClr val="tx1"/>
                        </a:solidFill>
                        <a:latin typeface="Arial"/>
                      </a:endParaRPr>
                    </a:p>
                  </a:txBody>
                  <a:tcPr marL="102600" marR="102600" marT="68580" marB="6858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n-US" sz="2100" b="0" strike="noStrike" spc="-1" dirty="0"/>
                        <a:t>1</a:t>
                      </a:r>
                      <a:endParaRPr lang="en-US" sz="2100" b="0" strike="noStrike" spc="-1" dirty="0">
                        <a:latin typeface="Arial"/>
                      </a:endParaRPr>
                    </a:p>
                  </a:txBody>
                  <a:tcPr marL="102600" marR="102600" marT="68580" marB="68580"/>
                </a:tc>
                <a:tc>
                  <a:txBody>
                    <a:bodyPr/>
                    <a:lstStyle/>
                    <a:p>
                      <a:endParaRPr lang="en-KE" sz="2700" dirty="0"/>
                    </a:p>
                  </a:txBody>
                  <a:tcPr marL="102600" marR="102600" marT="68580" marB="6858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US" sz="2100" b="0" strike="noStrike" spc="-1" dirty="0">
                        <a:latin typeface="Arial"/>
                      </a:endParaRPr>
                    </a:p>
                  </a:txBody>
                  <a:tcPr marL="102600" marR="102600" marT="68580" marB="6858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US" sz="2100" b="0" strike="noStrike" spc="-1">
                        <a:latin typeface="Arial"/>
                      </a:endParaRPr>
                    </a:p>
                  </a:txBody>
                  <a:tcPr marL="102600" marR="102600" marT="68580" marB="6858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2100" b="0" strike="noStrike" spc="-1" dirty="0">
                        <a:latin typeface="Arial"/>
                      </a:endParaRPr>
                    </a:p>
                  </a:txBody>
                  <a:tcPr marL="102600" marR="102600" marT="68580" marB="6858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n-US" sz="2100" b="0" strike="noStrike" spc="-1" dirty="0"/>
                        <a:t>2</a:t>
                      </a:r>
                      <a:endParaRPr lang="en-US" sz="2100" b="0" strike="noStrike" spc="-1" dirty="0">
                        <a:latin typeface="Arial"/>
                      </a:endParaRPr>
                    </a:p>
                  </a:txBody>
                  <a:tcPr marL="102600" marR="102600" marT="68580" marB="68580"/>
                </a:tc>
                <a:tc>
                  <a:txBody>
                    <a:bodyPr/>
                    <a:lstStyle/>
                    <a:p>
                      <a:endParaRPr lang="en-KE" sz="2700" dirty="0"/>
                    </a:p>
                  </a:txBody>
                  <a:tcPr marL="102600" marR="102600" marT="68580" marB="6858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US" sz="2100" b="0" strike="noStrike" spc="-1">
                        <a:latin typeface="Arial"/>
                      </a:endParaRPr>
                    </a:p>
                  </a:txBody>
                  <a:tcPr marL="102600" marR="102600" marT="68580" marB="68580"/>
                </a:tc>
                <a:tc>
                  <a:txBody>
                    <a:bodyPr/>
                    <a:lstStyle/>
                    <a:p>
                      <a:endParaRPr lang="en-KE" sz="2700"/>
                    </a:p>
                  </a:txBody>
                  <a:tcPr marL="102600" marR="102600" marT="68580" marB="6858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100" b="0" strike="noStrike" spc="-1" dirty="0">
                        <a:latin typeface="Arial"/>
                      </a:endParaRPr>
                    </a:p>
                  </a:txBody>
                  <a:tcPr marL="137160" marR="137160" marT="68580" marB="6858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n-US" sz="2100" b="0" strike="noStrike" spc="-1" dirty="0"/>
                        <a:t>3</a:t>
                      </a:r>
                      <a:endParaRPr lang="en-US" sz="2100" b="0" strike="noStrike" spc="-1" dirty="0">
                        <a:latin typeface="Arial"/>
                      </a:endParaRPr>
                    </a:p>
                  </a:txBody>
                  <a:tcPr marL="102600" marR="102600" marT="68580" marB="68580"/>
                </a:tc>
                <a:tc>
                  <a:txBody>
                    <a:bodyPr/>
                    <a:lstStyle/>
                    <a:p>
                      <a:endParaRPr lang="en-KE" sz="2700" dirty="0"/>
                    </a:p>
                  </a:txBody>
                  <a:tcPr marL="102600" marR="102600" marT="68580" marB="6858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US" sz="2100" b="0" strike="noStrike" spc="-1" dirty="0">
                        <a:latin typeface="Arial"/>
                      </a:endParaRPr>
                    </a:p>
                  </a:txBody>
                  <a:tcPr marL="102600" marR="102600" marT="68580" marB="6858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US" sz="2100" b="0" strike="noStrike" spc="-1">
                        <a:latin typeface="Arial"/>
                      </a:endParaRPr>
                    </a:p>
                  </a:txBody>
                  <a:tcPr marL="102600" marR="102600" marT="68580" marB="6858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2100" b="0" strike="noStrike" spc="-1" dirty="0">
                        <a:latin typeface="Arial"/>
                      </a:endParaRPr>
                    </a:p>
                  </a:txBody>
                  <a:tcPr marL="137160" marR="137160" marT="68580" marB="6858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n-US" sz="2100" b="0" strike="noStrike" spc="-1" dirty="0"/>
                        <a:t>4</a:t>
                      </a:r>
                      <a:endParaRPr lang="en-US" sz="2100" b="0" strike="noStrike" spc="-1" dirty="0">
                        <a:latin typeface="Arial"/>
                      </a:endParaRPr>
                    </a:p>
                  </a:txBody>
                  <a:tcPr marL="102600" marR="102600" marT="68580" marB="68580"/>
                </a:tc>
                <a:tc>
                  <a:txBody>
                    <a:bodyPr/>
                    <a:lstStyle/>
                    <a:p>
                      <a:endParaRPr lang="en-KE" sz="2700"/>
                    </a:p>
                  </a:txBody>
                  <a:tcPr marL="102600" marR="102600" marT="68580" marB="68580"/>
                </a:tc>
                <a:tc>
                  <a:txBody>
                    <a:bodyPr/>
                    <a:lstStyle/>
                    <a:p>
                      <a:endParaRPr lang="en-KE" sz="2700" dirty="0"/>
                    </a:p>
                  </a:txBody>
                  <a:tcPr marL="102600" marR="102600" marT="68580" marB="68580"/>
                </a:tc>
                <a:tc>
                  <a:txBody>
                    <a:bodyPr/>
                    <a:lstStyle/>
                    <a:p>
                      <a:endParaRPr lang="en-KE" sz="2700" dirty="0"/>
                    </a:p>
                  </a:txBody>
                  <a:tcPr marL="102600" marR="102600" marT="68580" marB="6858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2100" b="0" strike="noStrike" spc="-1" dirty="0">
                        <a:latin typeface="Arial"/>
                      </a:endParaRPr>
                    </a:p>
                  </a:txBody>
                  <a:tcPr marL="102600" marR="102600" marT="68580" marB="6858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n-US" sz="2100" b="0" strike="noStrike" spc="-1" dirty="0"/>
                        <a:t>5</a:t>
                      </a:r>
                      <a:endParaRPr lang="en-US" sz="2100" b="0" strike="noStrike" spc="-1" dirty="0">
                        <a:latin typeface="Arial"/>
                      </a:endParaRPr>
                    </a:p>
                  </a:txBody>
                  <a:tcPr marL="102600" marR="102600" marT="68580" marB="68580"/>
                </a:tc>
                <a:tc>
                  <a:txBody>
                    <a:bodyPr/>
                    <a:lstStyle/>
                    <a:p>
                      <a:endParaRPr lang="en-KE" sz="2700" dirty="0"/>
                    </a:p>
                  </a:txBody>
                  <a:tcPr marL="102600" marR="102600" marT="68580" marB="6858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US" sz="2100" b="0" strike="noStrike" spc="-1" dirty="0">
                        <a:latin typeface="Arial"/>
                      </a:endParaRPr>
                    </a:p>
                  </a:txBody>
                  <a:tcPr marL="102600" marR="102600" marT="68580" marB="6858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US" sz="2100" b="0" strike="noStrike" spc="-1" dirty="0">
                        <a:latin typeface="Arial"/>
                      </a:endParaRPr>
                    </a:p>
                  </a:txBody>
                  <a:tcPr marL="102600" marR="102600" marT="68580" marB="6858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2100" b="0" strike="noStrike" spc="-1" dirty="0">
                        <a:latin typeface="Arial"/>
                      </a:endParaRPr>
                    </a:p>
                  </a:txBody>
                  <a:tcPr marL="102600" marR="102600" marT="68580" marB="6858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C875344C-528E-FC90-2080-3C05CBE6CA6F}"/>
              </a:ext>
            </a:extLst>
          </p:cNvPr>
          <p:cNvSpPr txBox="1"/>
          <p:nvPr/>
        </p:nvSpPr>
        <p:spPr>
          <a:xfrm>
            <a:off x="1219199" y="1891267"/>
            <a:ext cx="13944599" cy="3994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1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tabLst>
                <a:tab pos="914400" algn="l"/>
              </a:tabLst>
            </a:pPr>
            <a:r>
              <a:rPr lang="en-US" sz="2000" b="1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{Analysis of competitors and your startup’s unique advantages}</a:t>
            </a:r>
          </a:p>
        </p:txBody>
      </p:sp>
      <p:sp>
        <p:nvSpPr>
          <p:cNvPr id="4" name="object 36">
            <a:extLst>
              <a:ext uri="{FF2B5EF4-FFF2-40B4-BE49-F238E27FC236}">
                <a16:creationId xmlns:a16="http://schemas.microsoft.com/office/drawing/2014/main" id="{A90C7A53-0C95-7355-F938-F5B8D1D4F55F}"/>
              </a:ext>
            </a:extLst>
          </p:cNvPr>
          <p:cNvSpPr/>
          <p:nvPr/>
        </p:nvSpPr>
        <p:spPr>
          <a:xfrm>
            <a:off x="500449" y="0"/>
            <a:ext cx="1132840" cy="735330"/>
          </a:xfrm>
          <a:custGeom>
            <a:avLst/>
            <a:gdLst/>
            <a:ahLst/>
            <a:cxnLst/>
            <a:rect l="l" t="t" r="r" b="b"/>
            <a:pathLst>
              <a:path w="1132839" h="735330">
                <a:moveTo>
                  <a:pt x="1132297" y="735301"/>
                </a:moveTo>
                <a:lnTo>
                  <a:pt x="0" y="735301"/>
                </a:lnTo>
                <a:lnTo>
                  <a:pt x="0" y="0"/>
                </a:lnTo>
                <a:lnTo>
                  <a:pt x="1132297" y="0"/>
                </a:lnTo>
                <a:lnTo>
                  <a:pt x="1132297" y="735301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object 27">
            <a:extLst>
              <a:ext uri="{FF2B5EF4-FFF2-40B4-BE49-F238E27FC236}">
                <a16:creationId xmlns:a16="http://schemas.microsoft.com/office/drawing/2014/main" id="{12F70326-D15A-3E26-6062-086F8E7B1DE7}"/>
              </a:ext>
            </a:extLst>
          </p:cNvPr>
          <p:cNvSpPr txBox="1">
            <a:spLocks/>
          </p:cNvSpPr>
          <p:nvPr/>
        </p:nvSpPr>
        <p:spPr>
          <a:xfrm>
            <a:off x="1729072" y="565879"/>
            <a:ext cx="9319928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ts val="4799"/>
              </a:lnSpc>
            </a:pPr>
            <a:r>
              <a:rPr lang="en-US" sz="4800" dirty="0">
                <a:latin typeface="Tahoma"/>
              </a:rPr>
              <a:t>Competitive Landscape</a:t>
            </a: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206CAE6C-DF0E-1352-EEAF-19A17CD9E1A9}"/>
              </a:ext>
            </a:extLst>
          </p:cNvPr>
          <p:cNvSpPr/>
          <p:nvPr/>
        </p:nvSpPr>
        <p:spPr>
          <a:xfrm>
            <a:off x="592013" y="1056208"/>
            <a:ext cx="0" cy="1068705"/>
          </a:xfrm>
          <a:custGeom>
            <a:avLst/>
            <a:gdLst/>
            <a:ahLst/>
            <a:cxnLst/>
            <a:rect l="l" t="t" r="r" b="b"/>
            <a:pathLst>
              <a:path h="1068705">
                <a:moveTo>
                  <a:pt x="0" y="0"/>
                </a:moveTo>
                <a:lnTo>
                  <a:pt x="0" y="1068391"/>
                </a:lnTo>
              </a:path>
            </a:pathLst>
          </a:custGeom>
          <a:ln w="47624">
            <a:solidFill>
              <a:srgbClr val="00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CustomShape 1"/>
          <p:cNvSpPr/>
          <p:nvPr/>
        </p:nvSpPr>
        <p:spPr>
          <a:xfrm>
            <a:off x="2093700" y="3390900"/>
            <a:ext cx="1371060" cy="1371060"/>
          </a:xfrm>
          <a:prstGeom prst="ellipse">
            <a:avLst/>
          </a:prstGeom>
          <a:noFill/>
          <a:ln w="2556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09" name="CustomShape 2"/>
          <p:cNvSpPr/>
          <p:nvPr/>
        </p:nvSpPr>
        <p:spPr>
          <a:xfrm>
            <a:off x="10584660" y="3390900"/>
            <a:ext cx="1371060" cy="1371060"/>
          </a:xfrm>
          <a:prstGeom prst="ellipse">
            <a:avLst/>
          </a:prstGeom>
          <a:noFill/>
          <a:ln w="2556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10" name="CustomShape 3"/>
          <p:cNvSpPr/>
          <p:nvPr/>
        </p:nvSpPr>
        <p:spPr>
          <a:xfrm>
            <a:off x="6334320" y="5755560"/>
            <a:ext cx="1371060" cy="1371060"/>
          </a:xfrm>
          <a:prstGeom prst="ellipse">
            <a:avLst/>
          </a:prstGeom>
          <a:noFill/>
          <a:ln w="2556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11" name="CustomShape 4"/>
          <p:cNvSpPr/>
          <p:nvPr/>
        </p:nvSpPr>
        <p:spPr>
          <a:xfrm>
            <a:off x="14830140" y="5755560"/>
            <a:ext cx="1371060" cy="1371060"/>
          </a:xfrm>
          <a:prstGeom prst="ellipse">
            <a:avLst/>
          </a:prstGeom>
          <a:noFill/>
          <a:ln w="2556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512" name="Group 5"/>
          <p:cNvGrpSpPr/>
          <p:nvPr/>
        </p:nvGrpSpPr>
        <p:grpSpPr>
          <a:xfrm>
            <a:off x="838200" y="5111880"/>
            <a:ext cx="3882060" cy="704700"/>
            <a:chOff x="540720" y="3729960"/>
            <a:chExt cx="2588040" cy="469800"/>
          </a:xfrm>
        </p:grpSpPr>
        <p:sp>
          <p:nvSpPr>
            <p:cNvPr id="513" name="CustomShape 6"/>
            <p:cNvSpPr/>
            <p:nvPr/>
          </p:nvSpPr>
          <p:spPr>
            <a:xfrm>
              <a:off x="540720" y="3729960"/>
              <a:ext cx="2588040" cy="189360"/>
            </a:xfrm>
            <a:custGeom>
              <a:avLst/>
              <a:gdLst/>
              <a:ahLst/>
              <a:cxnLst/>
              <a:rect l="l" t="t" r="r" b="b"/>
              <a:pathLst>
                <a:path w="2136754" h="223157">
                  <a:moveTo>
                    <a:pt x="111579" y="0"/>
                  </a:moveTo>
                  <a:lnTo>
                    <a:pt x="2136754" y="0"/>
                  </a:lnTo>
                  <a:lnTo>
                    <a:pt x="2136754" y="223157"/>
                  </a:lnTo>
                  <a:lnTo>
                    <a:pt x="111579" y="223157"/>
                  </a:lnTo>
                  <a:cubicBezTo>
                    <a:pt x="65362" y="223157"/>
                    <a:pt x="25707" y="195057"/>
                    <a:pt x="8768" y="155009"/>
                  </a:cubicBezTo>
                  <a:lnTo>
                    <a:pt x="0" y="111579"/>
                  </a:lnTo>
                  <a:lnTo>
                    <a:pt x="8768" y="68148"/>
                  </a:lnTo>
                  <a:cubicBezTo>
                    <a:pt x="25707" y="28100"/>
                    <a:pt x="65362" y="0"/>
                    <a:pt x="111579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514" name="CustomShape 7"/>
            <p:cNvSpPr/>
            <p:nvPr/>
          </p:nvSpPr>
          <p:spPr>
            <a:xfrm rot="10800000">
              <a:off x="1662840" y="3902760"/>
              <a:ext cx="344520" cy="297000"/>
            </a:xfrm>
            <a:prstGeom prst="triangle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grpSp>
        <p:nvGrpSpPr>
          <p:cNvPr id="515" name="Group 8"/>
          <p:cNvGrpSpPr/>
          <p:nvPr/>
        </p:nvGrpSpPr>
        <p:grpSpPr>
          <a:xfrm>
            <a:off x="5083680" y="5111885"/>
            <a:ext cx="3882060" cy="552794"/>
            <a:chOff x="3371040" y="3729960"/>
            <a:chExt cx="2588040" cy="368529"/>
          </a:xfrm>
          <a:solidFill>
            <a:srgbClr val="00FFFF"/>
          </a:solidFill>
        </p:grpSpPr>
        <p:sp>
          <p:nvSpPr>
            <p:cNvPr id="516" name="CustomShape 9"/>
            <p:cNvSpPr/>
            <p:nvPr/>
          </p:nvSpPr>
          <p:spPr>
            <a:xfrm>
              <a:off x="3371040" y="3729960"/>
              <a:ext cx="2588040" cy="189360"/>
            </a:xfrm>
            <a:custGeom>
              <a:avLst/>
              <a:gdLst/>
              <a:ahLst/>
              <a:cxnLst/>
              <a:rect l="l" t="t" r="r" b="b"/>
              <a:pathLst>
                <a:path w="2136754" h="223158">
                  <a:moveTo>
                    <a:pt x="0" y="0"/>
                  </a:moveTo>
                  <a:lnTo>
                    <a:pt x="2136754" y="0"/>
                  </a:lnTo>
                  <a:lnTo>
                    <a:pt x="2136754" y="223158"/>
                  </a:lnTo>
                  <a:lnTo>
                    <a:pt x="0" y="223157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517" name="CustomShape 10"/>
            <p:cNvSpPr/>
            <p:nvPr/>
          </p:nvSpPr>
          <p:spPr>
            <a:xfrm rot="10800000" flipV="1">
              <a:off x="4483080" y="3801489"/>
              <a:ext cx="344520" cy="297000"/>
            </a:xfrm>
            <a:prstGeom prst="triangle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LID4096" dirty="0"/>
            </a:p>
          </p:txBody>
        </p:sp>
      </p:grpSp>
      <p:grpSp>
        <p:nvGrpSpPr>
          <p:cNvPr id="518" name="Group 11"/>
          <p:cNvGrpSpPr/>
          <p:nvPr/>
        </p:nvGrpSpPr>
        <p:grpSpPr>
          <a:xfrm>
            <a:off x="13574640" y="5111880"/>
            <a:ext cx="3882060" cy="506790"/>
            <a:chOff x="9031680" y="3729960"/>
            <a:chExt cx="2588040" cy="337860"/>
          </a:xfrm>
          <a:solidFill>
            <a:srgbClr val="00FFFF"/>
          </a:solidFill>
        </p:grpSpPr>
        <p:sp>
          <p:nvSpPr>
            <p:cNvPr id="519" name="CustomShape 12"/>
            <p:cNvSpPr/>
            <p:nvPr/>
          </p:nvSpPr>
          <p:spPr>
            <a:xfrm>
              <a:off x="9031680" y="3729960"/>
              <a:ext cx="2588040" cy="189360"/>
            </a:xfrm>
            <a:custGeom>
              <a:avLst/>
              <a:gdLst/>
              <a:ahLst/>
              <a:cxnLst/>
              <a:rect l="l" t="t" r="r" b="b"/>
              <a:pathLst>
                <a:path w="2136754" h="223158">
                  <a:moveTo>
                    <a:pt x="0" y="0"/>
                  </a:moveTo>
                  <a:lnTo>
                    <a:pt x="2025176" y="0"/>
                  </a:lnTo>
                  <a:cubicBezTo>
                    <a:pt x="2071393" y="0"/>
                    <a:pt x="2111048" y="28100"/>
                    <a:pt x="2127987" y="68148"/>
                  </a:cubicBezTo>
                  <a:lnTo>
                    <a:pt x="2136754" y="111574"/>
                  </a:lnTo>
                  <a:lnTo>
                    <a:pt x="2136754" y="111579"/>
                  </a:lnTo>
                  <a:cubicBezTo>
                    <a:pt x="2136754" y="173202"/>
                    <a:pt x="2086798" y="223158"/>
                    <a:pt x="2025175" y="223158"/>
                  </a:cubicBezTo>
                  <a:lnTo>
                    <a:pt x="0" y="223158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520" name="CustomShape 13"/>
            <p:cNvSpPr/>
            <p:nvPr/>
          </p:nvSpPr>
          <p:spPr>
            <a:xfrm rot="10800000" flipV="1">
              <a:off x="10163880" y="3770819"/>
              <a:ext cx="344520" cy="297001"/>
            </a:xfrm>
            <a:prstGeom prst="triangle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grpSp>
        <p:nvGrpSpPr>
          <p:cNvPr id="521" name="Group 14"/>
          <p:cNvGrpSpPr/>
          <p:nvPr/>
        </p:nvGrpSpPr>
        <p:grpSpPr>
          <a:xfrm>
            <a:off x="9329160" y="5111880"/>
            <a:ext cx="3882060" cy="704700"/>
            <a:chOff x="6201360" y="3729960"/>
            <a:chExt cx="2588040" cy="469800"/>
          </a:xfrm>
          <a:solidFill>
            <a:schemeClr val="tx1"/>
          </a:solidFill>
        </p:grpSpPr>
        <p:sp>
          <p:nvSpPr>
            <p:cNvPr id="522" name="CustomShape 15"/>
            <p:cNvSpPr/>
            <p:nvPr/>
          </p:nvSpPr>
          <p:spPr>
            <a:xfrm>
              <a:off x="6201360" y="3729960"/>
              <a:ext cx="2588040" cy="189360"/>
            </a:xfrm>
            <a:custGeom>
              <a:avLst/>
              <a:gdLst/>
              <a:ahLst/>
              <a:cxnLst/>
              <a:rect l="l" t="t" r="r" b="b"/>
              <a:pathLst>
                <a:path w="2136754" h="223158">
                  <a:moveTo>
                    <a:pt x="0" y="0"/>
                  </a:moveTo>
                  <a:lnTo>
                    <a:pt x="2136754" y="0"/>
                  </a:lnTo>
                  <a:lnTo>
                    <a:pt x="2136754" y="223158"/>
                  </a:lnTo>
                  <a:lnTo>
                    <a:pt x="0" y="223158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523" name="CustomShape 16"/>
            <p:cNvSpPr/>
            <p:nvPr/>
          </p:nvSpPr>
          <p:spPr>
            <a:xfrm rot="10800000">
              <a:off x="7323480" y="3902760"/>
              <a:ext cx="344520" cy="297000"/>
            </a:xfrm>
            <a:prstGeom prst="triangle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sp>
        <p:nvSpPr>
          <p:cNvPr id="525" name="CustomShape 18"/>
          <p:cNvSpPr/>
          <p:nvPr/>
        </p:nvSpPr>
        <p:spPr>
          <a:xfrm>
            <a:off x="1342560" y="5651880"/>
            <a:ext cx="2872800" cy="1233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>
              <a:lnSpc>
                <a:spcPct val="150000"/>
              </a:lnSpc>
            </a:pPr>
            <a:r>
              <a:rPr lang="en-US" sz="2700" b="1" spc="-2" dirty="0">
                <a:solidFill>
                  <a:srgbClr val="000000"/>
                </a:solidFill>
                <a:latin typeface="Calibri"/>
                <a:ea typeface="Cardo"/>
              </a:rPr>
              <a:t>1</a:t>
            </a:r>
            <a:endParaRPr lang="en-US" sz="2700" spc="-2" dirty="0">
              <a:latin typeface="Arial"/>
            </a:endParaRPr>
          </a:p>
        </p:txBody>
      </p:sp>
      <p:sp>
        <p:nvSpPr>
          <p:cNvPr id="527" name="CustomShape 20"/>
          <p:cNvSpPr/>
          <p:nvPr/>
        </p:nvSpPr>
        <p:spPr>
          <a:xfrm>
            <a:off x="9324300" y="5959140"/>
            <a:ext cx="3886920" cy="6183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>
              <a:lnSpc>
                <a:spcPct val="150000"/>
              </a:lnSpc>
            </a:pPr>
            <a:r>
              <a:rPr lang="en-US" sz="2700" b="1" spc="-2" dirty="0">
                <a:solidFill>
                  <a:srgbClr val="000000"/>
                </a:solidFill>
                <a:latin typeface="Calibri"/>
                <a:ea typeface="Cardo"/>
              </a:rPr>
              <a:t>3</a:t>
            </a:r>
            <a:endParaRPr lang="en-US" sz="2700" spc="-2" dirty="0">
              <a:latin typeface="Arial"/>
            </a:endParaRPr>
          </a:p>
        </p:txBody>
      </p:sp>
      <p:sp>
        <p:nvSpPr>
          <p:cNvPr id="529" name="CustomShape 22"/>
          <p:cNvSpPr/>
          <p:nvPr/>
        </p:nvSpPr>
        <p:spPr>
          <a:xfrm>
            <a:off x="5083680" y="3701400"/>
            <a:ext cx="3377160" cy="6183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>
              <a:lnSpc>
                <a:spcPct val="150000"/>
              </a:lnSpc>
            </a:pPr>
            <a:r>
              <a:rPr lang="en-US" sz="2700" b="1" spc="-2" dirty="0">
                <a:solidFill>
                  <a:srgbClr val="000000"/>
                </a:solidFill>
                <a:latin typeface="Calibri"/>
                <a:ea typeface="Cardo"/>
              </a:rPr>
              <a:t>2</a:t>
            </a:r>
            <a:endParaRPr lang="en-US" sz="2700" spc="-2" dirty="0">
              <a:latin typeface="Arial"/>
            </a:endParaRPr>
          </a:p>
        </p:txBody>
      </p:sp>
      <p:sp>
        <p:nvSpPr>
          <p:cNvPr id="531" name="CustomShape 24"/>
          <p:cNvSpPr/>
          <p:nvPr/>
        </p:nvSpPr>
        <p:spPr>
          <a:xfrm>
            <a:off x="13574640" y="3587730"/>
            <a:ext cx="4116420" cy="845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>
              <a:lnSpc>
                <a:spcPct val="150000"/>
              </a:lnSpc>
            </a:pPr>
            <a:r>
              <a:rPr lang="en-US" sz="2700" b="1" spc="-2" dirty="0">
                <a:solidFill>
                  <a:srgbClr val="000000"/>
                </a:solidFill>
                <a:latin typeface="Calibri"/>
                <a:ea typeface="Cardo"/>
              </a:rPr>
              <a:t>4</a:t>
            </a:r>
            <a:endParaRPr lang="en-US" sz="2700" spc="-2" dirty="0">
              <a:latin typeface="Arial"/>
            </a:endParaRPr>
          </a:p>
        </p:txBody>
      </p:sp>
      <p:pic>
        <p:nvPicPr>
          <p:cNvPr id="532" name="Picture 53"/>
          <p:cNvPicPr/>
          <p:nvPr/>
        </p:nvPicPr>
        <p:blipFill>
          <a:blip r:embed="rId2"/>
          <a:stretch/>
        </p:blipFill>
        <p:spPr>
          <a:xfrm>
            <a:off x="10862760" y="3605820"/>
            <a:ext cx="809460" cy="809460"/>
          </a:xfrm>
          <a:prstGeom prst="rect">
            <a:avLst/>
          </a:prstGeom>
          <a:ln>
            <a:noFill/>
          </a:ln>
        </p:spPr>
      </p:pic>
      <p:pic>
        <p:nvPicPr>
          <p:cNvPr id="533" name="Picture 55"/>
          <p:cNvPicPr/>
          <p:nvPr/>
        </p:nvPicPr>
        <p:blipFill>
          <a:blip r:embed="rId3"/>
          <a:stretch/>
        </p:blipFill>
        <p:spPr>
          <a:xfrm>
            <a:off x="6605400" y="6082260"/>
            <a:ext cx="809460" cy="809460"/>
          </a:xfrm>
          <a:prstGeom prst="rect">
            <a:avLst/>
          </a:prstGeom>
          <a:ln>
            <a:noFill/>
          </a:ln>
        </p:spPr>
      </p:pic>
      <p:pic>
        <p:nvPicPr>
          <p:cNvPr id="534" name="Picture 57"/>
          <p:cNvPicPr/>
          <p:nvPr/>
        </p:nvPicPr>
        <p:blipFill>
          <a:blip r:embed="rId4"/>
          <a:stretch/>
        </p:blipFill>
        <p:spPr>
          <a:xfrm>
            <a:off x="15094200" y="6057420"/>
            <a:ext cx="809460" cy="809460"/>
          </a:xfrm>
          <a:prstGeom prst="rect">
            <a:avLst/>
          </a:prstGeom>
          <a:ln>
            <a:noFill/>
          </a:ln>
        </p:spPr>
      </p:pic>
      <p:pic>
        <p:nvPicPr>
          <p:cNvPr id="535" name="Picture 59"/>
          <p:cNvPicPr/>
          <p:nvPr/>
        </p:nvPicPr>
        <p:blipFill>
          <a:blip r:embed="rId5"/>
          <a:stretch/>
        </p:blipFill>
        <p:spPr>
          <a:xfrm>
            <a:off x="2374500" y="3671700"/>
            <a:ext cx="809460" cy="809460"/>
          </a:xfrm>
          <a:prstGeom prst="rect">
            <a:avLst/>
          </a:prstGeom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C3CB9D2-4440-0253-59E7-1F6599FF3E93}"/>
              </a:ext>
            </a:extLst>
          </p:cNvPr>
          <p:cNvSpPr txBox="1"/>
          <p:nvPr/>
        </p:nvSpPr>
        <p:spPr>
          <a:xfrm>
            <a:off x="1687267" y="1943100"/>
            <a:ext cx="1410244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{Plans for acquiring customers and scaling the business}</a:t>
            </a:r>
            <a:endParaRPr lang="LID4096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36">
            <a:extLst>
              <a:ext uri="{FF2B5EF4-FFF2-40B4-BE49-F238E27FC236}">
                <a16:creationId xmlns:a16="http://schemas.microsoft.com/office/drawing/2014/main" id="{67ACBB18-3439-52D3-335D-049306249AC0}"/>
              </a:ext>
            </a:extLst>
          </p:cNvPr>
          <p:cNvSpPr/>
          <p:nvPr/>
        </p:nvSpPr>
        <p:spPr>
          <a:xfrm>
            <a:off x="500449" y="0"/>
            <a:ext cx="1132840" cy="735330"/>
          </a:xfrm>
          <a:custGeom>
            <a:avLst/>
            <a:gdLst/>
            <a:ahLst/>
            <a:cxnLst/>
            <a:rect l="l" t="t" r="r" b="b"/>
            <a:pathLst>
              <a:path w="1132839" h="735330">
                <a:moveTo>
                  <a:pt x="1132297" y="735301"/>
                </a:moveTo>
                <a:lnTo>
                  <a:pt x="0" y="735301"/>
                </a:lnTo>
                <a:lnTo>
                  <a:pt x="0" y="0"/>
                </a:lnTo>
                <a:lnTo>
                  <a:pt x="1132297" y="0"/>
                </a:lnTo>
                <a:lnTo>
                  <a:pt x="1132297" y="735301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object 27">
            <a:extLst>
              <a:ext uri="{FF2B5EF4-FFF2-40B4-BE49-F238E27FC236}">
                <a16:creationId xmlns:a16="http://schemas.microsoft.com/office/drawing/2014/main" id="{A3EC4FB2-A4B7-580E-FB76-AB7837306E2F}"/>
              </a:ext>
            </a:extLst>
          </p:cNvPr>
          <p:cNvSpPr txBox="1">
            <a:spLocks/>
          </p:cNvSpPr>
          <p:nvPr/>
        </p:nvSpPr>
        <p:spPr>
          <a:xfrm>
            <a:off x="1729072" y="565879"/>
            <a:ext cx="6424328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ts val="4799"/>
              </a:lnSpc>
            </a:pPr>
            <a:r>
              <a:rPr lang="en-US" sz="4800" dirty="0">
                <a:latin typeface="Tahoma"/>
              </a:rPr>
              <a:t>Go-To-Market Strategy</a:t>
            </a: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CFEB968C-0B65-8345-DA33-0BBC73CBB6E6}"/>
              </a:ext>
            </a:extLst>
          </p:cNvPr>
          <p:cNvSpPr/>
          <p:nvPr/>
        </p:nvSpPr>
        <p:spPr>
          <a:xfrm>
            <a:off x="592013" y="1056208"/>
            <a:ext cx="0" cy="1068705"/>
          </a:xfrm>
          <a:custGeom>
            <a:avLst/>
            <a:gdLst/>
            <a:ahLst/>
            <a:cxnLst/>
            <a:rect l="l" t="t" r="r" b="b"/>
            <a:pathLst>
              <a:path h="1068705">
                <a:moveTo>
                  <a:pt x="0" y="0"/>
                </a:moveTo>
                <a:lnTo>
                  <a:pt x="0" y="1068391"/>
                </a:lnTo>
              </a:path>
            </a:pathLst>
          </a:custGeom>
          <a:ln w="47624">
            <a:solidFill>
              <a:srgbClr val="00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bject 36">
            <a:extLst>
              <a:ext uri="{FF2B5EF4-FFF2-40B4-BE49-F238E27FC236}">
                <a16:creationId xmlns:a16="http://schemas.microsoft.com/office/drawing/2014/main" id="{395C52B5-D649-BE4A-1E0A-38EAF5C87504}"/>
              </a:ext>
            </a:extLst>
          </p:cNvPr>
          <p:cNvSpPr/>
          <p:nvPr/>
        </p:nvSpPr>
        <p:spPr>
          <a:xfrm>
            <a:off x="500449" y="0"/>
            <a:ext cx="1132840" cy="735330"/>
          </a:xfrm>
          <a:custGeom>
            <a:avLst/>
            <a:gdLst/>
            <a:ahLst/>
            <a:cxnLst/>
            <a:rect l="l" t="t" r="r" b="b"/>
            <a:pathLst>
              <a:path w="1132839" h="735330">
                <a:moveTo>
                  <a:pt x="1132297" y="735301"/>
                </a:moveTo>
                <a:lnTo>
                  <a:pt x="0" y="735301"/>
                </a:lnTo>
                <a:lnTo>
                  <a:pt x="0" y="0"/>
                </a:lnTo>
                <a:lnTo>
                  <a:pt x="1132297" y="0"/>
                </a:lnTo>
                <a:lnTo>
                  <a:pt x="1132297" y="735301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E5A76E1-8186-71FF-161F-9003CA8C1F48}"/>
              </a:ext>
            </a:extLst>
          </p:cNvPr>
          <p:cNvSpPr txBox="1"/>
          <p:nvPr/>
        </p:nvSpPr>
        <p:spPr>
          <a:xfrm>
            <a:off x="4191000" y="1699443"/>
            <a:ext cx="9144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{Highlight how much funding you looking for and how it will be used}</a:t>
            </a:r>
            <a:endParaRPr lang="LID4096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2" name="Table 1">
            <a:extLst>
              <a:ext uri="{FF2B5EF4-FFF2-40B4-BE49-F238E27FC236}">
                <a16:creationId xmlns:a16="http://schemas.microsoft.com/office/drawing/2014/main" id="{90C07749-51AE-744D-9CA6-62DC73A5F13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73085267"/>
              </p:ext>
            </p:extLst>
          </p:nvPr>
        </p:nvGraphicFramePr>
        <p:xfrm>
          <a:off x="9818082" y="3903468"/>
          <a:ext cx="7730510" cy="4684089"/>
        </p:xfrm>
        <a:graphic>
          <a:graphicData uri="http://schemas.openxmlformats.org/drawingml/2006/table">
            <a:tbl>
              <a:tblPr/>
              <a:tblGrid>
                <a:gridCol w="53457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47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88501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799"/>
                        </a:spcAft>
                      </a:pPr>
                      <a:r>
                        <a:rPr lang="en-US" sz="1600" b="1" strike="noStrike" kern="1200" spc="-1" dirty="0">
                          <a:solidFill>
                            <a:srgbClr val="000000"/>
                          </a:solidFill>
                          <a:latin typeface="Calibri"/>
                          <a:ea typeface="+mn-ea"/>
                          <a:cs typeface="+mn-cs"/>
                        </a:rPr>
                        <a:t>Use of funds description</a:t>
                      </a:r>
                      <a:endParaRPr lang="en-KE" sz="1600" b="1" strike="noStrike" kern="1200" spc="-1" dirty="0">
                        <a:solidFill>
                          <a:srgbClr val="000000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34200" marR="34920" anchor="ctr"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799"/>
                        </a:spcAft>
                      </a:pPr>
                      <a:r>
                        <a:rPr lang="en-US" sz="1600" b="1" strike="noStrike" kern="1200" spc="-1" dirty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+mn-cs"/>
                        </a:rPr>
                        <a:t>Amount</a:t>
                      </a:r>
                      <a:endParaRPr lang="en-KE" sz="1600" b="1" strike="noStrike" kern="1200" spc="-1" dirty="0">
                        <a:solidFill>
                          <a:schemeClr val="tx1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34200" marR="34920" anchor="ctr"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1340432"/>
                  </a:ext>
                </a:extLst>
              </a:tr>
              <a:tr h="654452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799"/>
                        </a:spcAft>
                      </a:pPr>
                      <a:r>
                        <a:rPr lang="en-US" sz="1600" b="1" strike="noStrike" kern="1200" spc="-1" dirty="0">
                          <a:solidFill>
                            <a:srgbClr val="000000"/>
                          </a:solidFill>
                          <a:latin typeface="Calibri"/>
                          <a:ea typeface="+mn-ea"/>
                          <a:cs typeface="+mn-cs"/>
                        </a:rPr>
                        <a:t>1.</a:t>
                      </a:r>
                      <a:endParaRPr lang="en-KE" sz="1600" b="1" strike="noStrike" kern="1200" spc="-1" dirty="0">
                        <a:solidFill>
                          <a:srgbClr val="000000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34200" marR="34920">
                    <a:lnT w="12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799"/>
                        </a:spcAft>
                      </a:pPr>
                      <a:endParaRPr lang="en-KE" sz="1600" b="0" strike="noStrike" kern="1200" spc="-1" dirty="0">
                        <a:solidFill>
                          <a:schemeClr val="tx1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34200" marR="34920">
                    <a:lnT w="12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462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799"/>
                        </a:spcAft>
                      </a:pPr>
                      <a:r>
                        <a:rPr lang="en-US" sz="1600" b="1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2. </a:t>
                      </a:r>
                      <a:endParaRPr lang="en-US" sz="1600" b="0" strike="noStrike" spc="-1" dirty="0">
                        <a:latin typeface="Arial"/>
                      </a:endParaRPr>
                    </a:p>
                  </a:txBody>
                  <a:tcPr marL="34200" marR="34920"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FF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799"/>
                        </a:spcAft>
                      </a:pPr>
                      <a:endParaRPr lang="en-US" sz="1600" b="0" strike="noStrike" spc="-1" dirty="0">
                        <a:latin typeface="Arial"/>
                      </a:endParaRPr>
                    </a:p>
                  </a:txBody>
                  <a:tcPr marL="34200" marR="34920"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FF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480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799"/>
                        </a:spcAft>
                      </a:pPr>
                      <a:r>
                        <a:rPr lang="en-US" sz="1600" b="1" strike="noStrike" kern="1200" spc="-1" dirty="0">
                          <a:solidFill>
                            <a:srgbClr val="000000"/>
                          </a:solidFill>
                          <a:latin typeface="Calibri"/>
                          <a:ea typeface="+mn-ea"/>
                          <a:cs typeface="+mn-cs"/>
                        </a:rPr>
                        <a:t>3.</a:t>
                      </a:r>
                    </a:p>
                  </a:txBody>
                  <a:tcPr marL="34200" marR="34920">
                    <a:lnT w="12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FF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799"/>
                        </a:spcAft>
                      </a:pPr>
                      <a:endParaRPr lang="en-US" sz="1600" b="0" strike="noStrike" kern="1200" spc="-1" dirty="0">
                        <a:solidFill>
                          <a:schemeClr val="tx1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34200" marR="34920">
                    <a:lnT w="12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FF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3576775"/>
                  </a:ext>
                </a:extLst>
              </a:tr>
              <a:tr h="84341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799"/>
                        </a:spcAft>
                      </a:pPr>
                      <a:r>
                        <a:rPr lang="en-US" sz="1600" b="1" strike="noStrike" spc="-1" dirty="0">
                          <a:solidFill>
                            <a:srgbClr val="000000"/>
                          </a:solidFill>
                          <a:latin typeface="Calibri"/>
                        </a:rPr>
                        <a:t>4.</a:t>
                      </a:r>
                      <a:endParaRPr lang="en-US" sz="1600" b="0" strike="noStrike" spc="-1" dirty="0">
                        <a:latin typeface="Arial"/>
                      </a:endParaRPr>
                    </a:p>
                  </a:txBody>
                  <a:tcPr marL="34200" marR="34920"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FF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799"/>
                        </a:spcAft>
                      </a:pPr>
                      <a:endParaRPr lang="en-US" sz="1600" b="0" strike="noStrike" spc="-1" dirty="0">
                        <a:solidFill>
                          <a:schemeClr val="tx1"/>
                        </a:solidFill>
                        <a:latin typeface="Arial"/>
                      </a:endParaRPr>
                    </a:p>
                  </a:txBody>
                  <a:tcPr marL="34200" marR="34920"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FF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882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799"/>
                        </a:spcAft>
                      </a:pPr>
                      <a:r>
                        <a:rPr lang="en-US" sz="1600" b="1" strike="noStrike" spc="-1" dirty="0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  <a:endParaRPr lang="en-US" sz="1600" b="0" strike="noStrike" spc="-1" dirty="0">
                        <a:latin typeface="Arial"/>
                      </a:endParaRPr>
                    </a:p>
                  </a:txBody>
                  <a:tcPr marL="34200" marR="34920">
                    <a:lnT w="12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799"/>
                        </a:spcAft>
                      </a:pPr>
                      <a:endParaRPr lang="en-US" sz="1600" b="0" strike="noStrike" spc="-1" dirty="0">
                        <a:latin typeface="Arial"/>
                      </a:endParaRPr>
                    </a:p>
                  </a:txBody>
                  <a:tcPr marL="34200" marR="34920">
                    <a:lnT w="12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3" name="CustomShape 2">
            <a:extLst>
              <a:ext uri="{FF2B5EF4-FFF2-40B4-BE49-F238E27FC236}">
                <a16:creationId xmlns:a16="http://schemas.microsoft.com/office/drawing/2014/main" id="{A007C60D-8FA4-E966-6E58-A2B4585F33D1}"/>
              </a:ext>
            </a:extLst>
          </p:cNvPr>
          <p:cNvSpPr/>
          <p:nvPr/>
        </p:nvSpPr>
        <p:spPr>
          <a:xfrm>
            <a:off x="7810941" y="6134100"/>
            <a:ext cx="1028259" cy="838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3200" b="1" strike="noStrike" spc="-1" dirty="0">
                <a:solidFill>
                  <a:srgbClr val="000000"/>
                </a:solidFill>
                <a:latin typeface="Calibri"/>
              </a:rPr>
              <a:t>$</a:t>
            </a:r>
            <a:r>
              <a:rPr lang="en-US" sz="2400" b="1" strike="noStrike" spc="-1" dirty="0">
                <a:solidFill>
                  <a:srgbClr val="000000"/>
                </a:solidFill>
                <a:latin typeface="Calibri"/>
              </a:rPr>
              <a:t> </a:t>
            </a:r>
            <a:endParaRPr lang="en-US" sz="2200" b="0" strike="noStrike" spc="-1" dirty="0">
              <a:latin typeface="Arial"/>
            </a:endParaRPr>
          </a:p>
        </p:txBody>
      </p:sp>
      <p:grpSp>
        <p:nvGrpSpPr>
          <p:cNvPr id="24" name="Group 3">
            <a:extLst>
              <a:ext uri="{FF2B5EF4-FFF2-40B4-BE49-F238E27FC236}">
                <a16:creationId xmlns:a16="http://schemas.microsoft.com/office/drawing/2014/main" id="{0F15DDFB-6412-7F24-C71C-168B21377518}"/>
              </a:ext>
            </a:extLst>
          </p:cNvPr>
          <p:cNvGrpSpPr/>
          <p:nvPr/>
        </p:nvGrpSpPr>
        <p:grpSpPr>
          <a:xfrm>
            <a:off x="1184202" y="3903467"/>
            <a:ext cx="5464770" cy="4581126"/>
            <a:chOff x="543960" y="2103120"/>
            <a:chExt cx="3205080" cy="2734200"/>
          </a:xfrm>
        </p:grpSpPr>
        <p:grpSp>
          <p:nvGrpSpPr>
            <p:cNvPr id="25" name="Group 4">
              <a:extLst>
                <a:ext uri="{FF2B5EF4-FFF2-40B4-BE49-F238E27FC236}">
                  <a16:creationId xmlns:a16="http://schemas.microsoft.com/office/drawing/2014/main" id="{1311DF91-D2A7-BECB-7DBD-3648253CEB40}"/>
                </a:ext>
              </a:extLst>
            </p:cNvPr>
            <p:cNvGrpSpPr/>
            <p:nvPr/>
          </p:nvGrpSpPr>
          <p:grpSpPr>
            <a:xfrm>
              <a:off x="543960" y="2103120"/>
              <a:ext cx="3205080" cy="2734200"/>
              <a:chOff x="543960" y="2103120"/>
              <a:chExt cx="3205080" cy="2734200"/>
            </a:xfrm>
          </p:grpSpPr>
          <p:sp>
            <p:nvSpPr>
              <p:cNvPr id="28" name="CustomShape 5">
                <a:extLst>
                  <a:ext uri="{FF2B5EF4-FFF2-40B4-BE49-F238E27FC236}">
                    <a16:creationId xmlns:a16="http://schemas.microsoft.com/office/drawing/2014/main" id="{33C77E1C-F90A-F32F-70ED-D521C61A1206}"/>
                  </a:ext>
                </a:extLst>
              </p:cNvPr>
              <p:cNvSpPr/>
              <p:nvPr/>
            </p:nvSpPr>
            <p:spPr>
              <a:xfrm flipH="1">
                <a:off x="543600" y="2103120"/>
                <a:ext cx="3205080" cy="721440"/>
              </a:xfrm>
              <a:prstGeom prst="round1Rect">
                <a:avLst>
                  <a:gd name="adj" fmla="val 16667"/>
                </a:avLst>
              </a:prstGeom>
              <a:solidFill>
                <a:schemeClr val="tx2">
                  <a:lumMod val="20000"/>
                  <a:lumOff val="80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LID4096" dirty="0"/>
              </a:p>
            </p:txBody>
          </p:sp>
          <p:sp>
            <p:nvSpPr>
              <p:cNvPr id="29" name="CustomShape 6">
                <a:extLst>
                  <a:ext uri="{FF2B5EF4-FFF2-40B4-BE49-F238E27FC236}">
                    <a16:creationId xmlns:a16="http://schemas.microsoft.com/office/drawing/2014/main" id="{65168509-2AAD-EBA9-B567-7F7DEC50B57C}"/>
                  </a:ext>
                </a:extLst>
              </p:cNvPr>
              <p:cNvSpPr/>
              <p:nvPr/>
            </p:nvSpPr>
            <p:spPr>
              <a:xfrm flipH="1" flipV="1">
                <a:off x="543600" y="2836440"/>
                <a:ext cx="3205080" cy="2000520"/>
              </a:xfrm>
              <a:prstGeom prst="round1Rect">
                <a:avLst>
                  <a:gd name="adj" fmla="val 16667"/>
                </a:avLst>
              </a:prstGeom>
              <a:noFill/>
              <a:ln>
                <a:solidFill>
                  <a:schemeClr val="tx1"/>
                </a:solidFill>
                <a:custDash>
                  <a:ds d="400000" sp="300000"/>
                </a:custDash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  <p:sp>
          <p:nvSpPr>
            <p:cNvPr id="26" name="CustomShape 7">
              <a:extLst>
                <a:ext uri="{FF2B5EF4-FFF2-40B4-BE49-F238E27FC236}">
                  <a16:creationId xmlns:a16="http://schemas.microsoft.com/office/drawing/2014/main" id="{6E85E12E-9D34-D5CA-96E0-13E27733F16F}"/>
                </a:ext>
              </a:extLst>
            </p:cNvPr>
            <p:cNvSpPr/>
            <p:nvPr/>
          </p:nvSpPr>
          <p:spPr>
            <a:xfrm>
              <a:off x="878760" y="2280600"/>
              <a:ext cx="2188080" cy="33372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/>
            <a:lstStyle/>
            <a:p>
              <a:pPr algn="ctr">
                <a:lnSpc>
                  <a:spcPct val="100000"/>
                </a:lnSpc>
              </a:pPr>
              <a:r>
                <a:rPr lang="en-US" sz="1600" b="1" strike="noStrike" spc="-1" dirty="0">
                  <a:latin typeface="Calibri"/>
                </a:rPr>
                <a:t>Capital Injection</a:t>
              </a:r>
              <a:endParaRPr lang="en-US" sz="1600" b="0" strike="noStrike" spc="-1" dirty="0">
                <a:latin typeface="Arial"/>
              </a:endParaRPr>
            </a:p>
          </p:txBody>
        </p:sp>
        <p:sp>
          <p:nvSpPr>
            <p:cNvPr id="27" name="CustomShape 8">
              <a:extLst>
                <a:ext uri="{FF2B5EF4-FFF2-40B4-BE49-F238E27FC236}">
                  <a16:creationId xmlns:a16="http://schemas.microsoft.com/office/drawing/2014/main" id="{FE9181F7-11EC-59C6-2B26-150EC530C121}"/>
                </a:ext>
              </a:extLst>
            </p:cNvPr>
            <p:cNvSpPr/>
            <p:nvPr/>
          </p:nvSpPr>
          <p:spPr>
            <a:xfrm>
              <a:off x="1278000" y="3343493"/>
              <a:ext cx="1859400" cy="896947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/>
            <a:lstStyle/>
            <a:p>
              <a:pPr>
                <a:lnSpc>
                  <a:spcPct val="100000"/>
                </a:lnSpc>
              </a:pPr>
              <a:endParaRPr lang="en-US" sz="1800" b="0" strike="noStrike" spc="-1" dirty="0"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lang="en-US" b="1" spc="-1" dirty="0">
                  <a:solidFill>
                    <a:srgbClr val="000000"/>
                  </a:solidFill>
                  <a:latin typeface="Calibri"/>
                </a:rPr>
                <a:t>DEBT/E</a:t>
              </a:r>
              <a:r>
                <a:rPr lang="en-US" sz="1800" b="1" strike="noStrike" spc="-1" dirty="0">
                  <a:solidFill>
                    <a:srgbClr val="000000"/>
                  </a:solidFill>
                  <a:latin typeface="Calibri"/>
                </a:rPr>
                <a:t>QUITY INVESTMENT</a:t>
              </a:r>
              <a:endParaRPr lang="en-US" sz="1800" b="0" strike="noStrike" spc="-1" dirty="0">
                <a:latin typeface="Arial"/>
              </a:endParaRPr>
            </a:p>
            <a:p>
              <a:pPr>
                <a:lnSpc>
                  <a:spcPct val="100000"/>
                </a:lnSpc>
              </a:pPr>
              <a:endParaRPr lang="en-US" sz="1800" b="0" strike="noStrike" spc="-1" dirty="0">
                <a:latin typeface="Arial"/>
              </a:endParaRPr>
            </a:p>
          </p:txBody>
        </p:sp>
      </p:grpSp>
      <p:sp>
        <p:nvSpPr>
          <p:cNvPr id="31" name="CustomShape 13">
            <a:extLst>
              <a:ext uri="{FF2B5EF4-FFF2-40B4-BE49-F238E27FC236}">
                <a16:creationId xmlns:a16="http://schemas.microsoft.com/office/drawing/2014/main" id="{5AC9EE5B-93CA-44B4-6EBB-40229C1BCC22}"/>
              </a:ext>
            </a:extLst>
          </p:cNvPr>
          <p:cNvSpPr/>
          <p:nvPr/>
        </p:nvSpPr>
        <p:spPr>
          <a:xfrm>
            <a:off x="6801777" y="5143500"/>
            <a:ext cx="2951823" cy="2616850"/>
          </a:xfrm>
          <a:prstGeom prst="rightArrow">
            <a:avLst>
              <a:gd name="adj1" fmla="val 50000"/>
              <a:gd name="adj2" fmla="val 50000"/>
            </a:avLst>
          </a:prstGeom>
          <a:noFill/>
          <a:ln>
            <a:solidFill>
              <a:schemeClr val="tx1"/>
            </a:solidFill>
            <a:custDash>
              <a:ds d="400000" sp="300000"/>
            </a:custDash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" name="object 27">
            <a:extLst>
              <a:ext uri="{FF2B5EF4-FFF2-40B4-BE49-F238E27FC236}">
                <a16:creationId xmlns:a16="http://schemas.microsoft.com/office/drawing/2014/main" id="{722EAAEB-EFFB-ABD2-831D-16121D61782F}"/>
              </a:ext>
            </a:extLst>
          </p:cNvPr>
          <p:cNvSpPr txBox="1">
            <a:spLocks/>
          </p:cNvSpPr>
          <p:nvPr/>
        </p:nvSpPr>
        <p:spPr>
          <a:xfrm>
            <a:off x="1729072" y="565879"/>
            <a:ext cx="5586128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ts val="4799"/>
              </a:lnSpc>
            </a:pPr>
            <a:r>
              <a:rPr lang="en-US" sz="4800" dirty="0">
                <a:latin typeface="Tahoma"/>
              </a:rPr>
              <a:t>Ask Amount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38ACCF5F-0A9B-6081-E071-6A4120E222FE}"/>
              </a:ext>
            </a:extLst>
          </p:cNvPr>
          <p:cNvSpPr/>
          <p:nvPr/>
        </p:nvSpPr>
        <p:spPr>
          <a:xfrm>
            <a:off x="592013" y="1056208"/>
            <a:ext cx="0" cy="1068705"/>
          </a:xfrm>
          <a:custGeom>
            <a:avLst/>
            <a:gdLst/>
            <a:ahLst/>
            <a:cxnLst/>
            <a:rect l="l" t="t" r="r" b="b"/>
            <a:pathLst>
              <a:path h="1068705">
                <a:moveTo>
                  <a:pt x="0" y="0"/>
                </a:moveTo>
                <a:lnTo>
                  <a:pt x="0" y="1068391"/>
                </a:lnTo>
              </a:path>
            </a:pathLst>
          </a:custGeom>
          <a:ln w="47624">
            <a:solidFill>
              <a:srgbClr val="00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92013" y="1056208"/>
            <a:ext cx="0" cy="1068705"/>
          </a:xfrm>
          <a:custGeom>
            <a:avLst/>
            <a:gdLst/>
            <a:ahLst/>
            <a:cxnLst/>
            <a:rect l="l" t="t" r="r" b="b"/>
            <a:pathLst>
              <a:path h="1068705">
                <a:moveTo>
                  <a:pt x="0" y="0"/>
                </a:moveTo>
                <a:lnTo>
                  <a:pt x="0" y="1068391"/>
                </a:lnTo>
              </a:path>
            </a:pathLst>
          </a:custGeom>
          <a:ln w="47624">
            <a:solidFill>
              <a:srgbClr val="00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958643" y="4124007"/>
            <a:ext cx="2038985" cy="2038985"/>
          </a:xfrm>
          <a:custGeom>
            <a:avLst/>
            <a:gdLst/>
            <a:ahLst/>
            <a:cxnLst/>
            <a:rect l="l" t="t" r="r" b="b"/>
            <a:pathLst>
              <a:path w="2038985" h="2038985">
                <a:moveTo>
                  <a:pt x="1019409" y="2038779"/>
                </a:moveTo>
                <a:lnTo>
                  <a:pt x="971402" y="2037670"/>
                </a:lnTo>
                <a:lnTo>
                  <a:pt x="923986" y="2034374"/>
                </a:lnTo>
                <a:lnTo>
                  <a:pt x="877189" y="2028941"/>
                </a:lnTo>
                <a:lnTo>
                  <a:pt x="831062" y="2021419"/>
                </a:lnTo>
                <a:lnTo>
                  <a:pt x="785653" y="2011857"/>
                </a:lnTo>
                <a:lnTo>
                  <a:pt x="741010" y="2000305"/>
                </a:lnTo>
                <a:lnTo>
                  <a:pt x="697183" y="1986811"/>
                </a:lnTo>
                <a:lnTo>
                  <a:pt x="654221" y="1971424"/>
                </a:lnTo>
                <a:lnTo>
                  <a:pt x="612173" y="1954193"/>
                </a:lnTo>
                <a:lnTo>
                  <a:pt x="571087" y="1935168"/>
                </a:lnTo>
                <a:lnTo>
                  <a:pt x="531013" y="1914396"/>
                </a:lnTo>
                <a:lnTo>
                  <a:pt x="492000" y="1891928"/>
                </a:lnTo>
                <a:lnTo>
                  <a:pt x="454096" y="1867812"/>
                </a:lnTo>
                <a:lnTo>
                  <a:pt x="417351" y="1842096"/>
                </a:lnTo>
                <a:lnTo>
                  <a:pt x="381813" y="1814831"/>
                </a:lnTo>
                <a:lnTo>
                  <a:pt x="347531" y="1786065"/>
                </a:lnTo>
                <a:lnTo>
                  <a:pt x="314555" y="1755846"/>
                </a:lnTo>
                <a:lnTo>
                  <a:pt x="282933" y="1724224"/>
                </a:lnTo>
                <a:lnTo>
                  <a:pt x="252714" y="1691248"/>
                </a:lnTo>
                <a:lnTo>
                  <a:pt x="223948" y="1656966"/>
                </a:lnTo>
                <a:lnTo>
                  <a:pt x="196682" y="1621428"/>
                </a:lnTo>
                <a:lnTo>
                  <a:pt x="170967" y="1584683"/>
                </a:lnTo>
                <a:lnTo>
                  <a:pt x="146851" y="1546779"/>
                </a:lnTo>
                <a:lnTo>
                  <a:pt x="124383" y="1507765"/>
                </a:lnTo>
                <a:lnTo>
                  <a:pt x="103611" y="1467691"/>
                </a:lnTo>
                <a:lnTo>
                  <a:pt x="84586" y="1426606"/>
                </a:lnTo>
                <a:lnTo>
                  <a:pt x="67355" y="1384558"/>
                </a:lnTo>
                <a:lnTo>
                  <a:pt x="51969" y="1341596"/>
                </a:lnTo>
                <a:lnTo>
                  <a:pt x="38475" y="1297769"/>
                </a:lnTo>
                <a:lnTo>
                  <a:pt x="26922" y="1253126"/>
                </a:lnTo>
                <a:lnTo>
                  <a:pt x="17361" y="1207717"/>
                </a:lnTo>
                <a:lnTo>
                  <a:pt x="9838" y="1161589"/>
                </a:lnTo>
                <a:lnTo>
                  <a:pt x="4405" y="1114793"/>
                </a:lnTo>
                <a:lnTo>
                  <a:pt x="1109" y="1067377"/>
                </a:lnTo>
                <a:lnTo>
                  <a:pt x="0" y="1019384"/>
                </a:lnTo>
                <a:lnTo>
                  <a:pt x="1109" y="971402"/>
                </a:lnTo>
                <a:lnTo>
                  <a:pt x="4405" y="923986"/>
                </a:lnTo>
                <a:lnTo>
                  <a:pt x="9838" y="877189"/>
                </a:lnTo>
                <a:lnTo>
                  <a:pt x="17361" y="831062"/>
                </a:lnTo>
                <a:lnTo>
                  <a:pt x="26922" y="785653"/>
                </a:lnTo>
                <a:lnTo>
                  <a:pt x="38475" y="741010"/>
                </a:lnTo>
                <a:lnTo>
                  <a:pt x="51969" y="697183"/>
                </a:lnTo>
                <a:lnTo>
                  <a:pt x="67355" y="654221"/>
                </a:lnTo>
                <a:lnTo>
                  <a:pt x="84586" y="612173"/>
                </a:lnTo>
                <a:lnTo>
                  <a:pt x="103611" y="571088"/>
                </a:lnTo>
                <a:lnTo>
                  <a:pt x="124383" y="531014"/>
                </a:lnTo>
                <a:lnTo>
                  <a:pt x="146851" y="492000"/>
                </a:lnTo>
                <a:lnTo>
                  <a:pt x="170967" y="454096"/>
                </a:lnTo>
                <a:lnTo>
                  <a:pt x="196682" y="417351"/>
                </a:lnTo>
                <a:lnTo>
                  <a:pt x="223948" y="381813"/>
                </a:lnTo>
                <a:lnTo>
                  <a:pt x="252714" y="347531"/>
                </a:lnTo>
                <a:lnTo>
                  <a:pt x="282933" y="314555"/>
                </a:lnTo>
                <a:lnTo>
                  <a:pt x="314555" y="282933"/>
                </a:lnTo>
                <a:lnTo>
                  <a:pt x="347531" y="252715"/>
                </a:lnTo>
                <a:lnTo>
                  <a:pt x="381813" y="223948"/>
                </a:lnTo>
                <a:lnTo>
                  <a:pt x="417351" y="196683"/>
                </a:lnTo>
                <a:lnTo>
                  <a:pt x="454096" y="170967"/>
                </a:lnTo>
                <a:lnTo>
                  <a:pt x="492000" y="146851"/>
                </a:lnTo>
                <a:lnTo>
                  <a:pt x="531013" y="124383"/>
                </a:lnTo>
                <a:lnTo>
                  <a:pt x="571087" y="103611"/>
                </a:lnTo>
                <a:lnTo>
                  <a:pt x="612173" y="84586"/>
                </a:lnTo>
                <a:lnTo>
                  <a:pt x="654221" y="67355"/>
                </a:lnTo>
                <a:lnTo>
                  <a:pt x="697183" y="51969"/>
                </a:lnTo>
                <a:lnTo>
                  <a:pt x="741010" y="38475"/>
                </a:lnTo>
                <a:lnTo>
                  <a:pt x="785653" y="26922"/>
                </a:lnTo>
                <a:lnTo>
                  <a:pt x="831062" y="17361"/>
                </a:lnTo>
                <a:lnTo>
                  <a:pt x="877189" y="9839"/>
                </a:lnTo>
                <a:lnTo>
                  <a:pt x="923986" y="4405"/>
                </a:lnTo>
                <a:lnTo>
                  <a:pt x="971402" y="1109"/>
                </a:lnTo>
                <a:lnTo>
                  <a:pt x="1019389" y="0"/>
                </a:lnTo>
                <a:lnTo>
                  <a:pt x="1067377" y="1109"/>
                </a:lnTo>
                <a:lnTo>
                  <a:pt x="1114793" y="4405"/>
                </a:lnTo>
                <a:lnTo>
                  <a:pt x="1161589" y="9839"/>
                </a:lnTo>
                <a:lnTo>
                  <a:pt x="1207717" y="17361"/>
                </a:lnTo>
                <a:lnTo>
                  <a:pt x="1253126" y="26922"/>
                </a:lnTo>
                <a:lnTo>
                  <a:pt x="1297769" y="38475"/>
                </a:lnTo>
                <a:lnTo>
                  <a:pt x="1341595" y="51969"/>
                </a:lnTo>
                <a:lnTo>
                  <a:pt x="1384557" y="67355"/>
                </a:lnTo>
                <a:lnTo>
                  <a:pt x="1426606" y="84586"/>
                </a:lnTo>
                <a:lnTo>
                  <a:pt x="1467691" y="103611"/>
                </a:lnTo>
                <a:lnTo>
                  <a:pt x="1507765" y="124383"/>
                </a:lnTo>
                <a:lnTo>
                  <a:pt x="1546779" y="146851"/>
                </a:lnTo>
                <a:lnTo>
                  <a:pt x="1584683" y="170967"/>
                </a:lnTo>
                <a:lnTo>
                  <a:pt x="1621428" y="196683"/>
                </a:lnTo>
                <a:lnTo>
                  <a:pt x="1656966" y="223948"/>
                </a:lnTo>
                <a:lnTo>
                  <a:pt x="1691247" y="252715"/>
                </a:lnTo>
                <a:lnTo>
                  <a:pt x="1724224" y="282933"/>
                </a:lnTo>
                <a:lnTo>
                  <a:pt x="1755846" y="314555"/>
                </a:lnTo>
                <a:lnTo>
                  <a:pt x="1786064" y="347531"/>
                </a:lnTo>
                <a:lnTo>
                  <a:pt x="1814831" y="381813"/>
                </a:lnTo>
                <a:lnTo>
                  <a:pt x="1842096" y="417351"/>
                </a:lnTo>
                <a:lnTo>
                  <a:pt x="1867812" y="454096"/>
                </a:lnTo>
                <a:lnTo>
                  <a:pt x="1891928" y="492000"/>
                </a:lnTo>
                <a:lnTo>
                  <a:pt x="1914396" y="531014"/>
                </a:lnTo>
                <a:lnTo>
                  <a:pt x="1935167" y="571088"/>
                </a:lnTo>
                <a:lnTo>
                  <a:pt x="1954193" y="612173"/>
                </a:lnTo>
                <a:lnTo>
                  <a:pt x="1971423" y="654221"/>
                </a:lnTo>
                <a:lnTo>
                  <a:pt x="1986810" y="697183"/>
                </a:lnTo>
                <a:lnTo>
                  <a:pt x="2000304" y="741010"/>
                </a:lnTo>
                <a:lnTo>
                  <a:pt x="2011857" y="785653"/>
                </a:lnTo>
                <a:lnTo>
                  <a:pt x="2021418" y="831062"/>
                </a:lnTo>
                <a:lnTo>
                  <a:pt x="2028940" y="877189"/>
                </a:lnTo>
                <a:lnTo>
                  <a:pt x="2034374" y="923986"/>
                </a:lnTo>
                <a:lnTo>
                  <a:pt x="2037670" y="971402"/>
                </a:lnTo>
                <a:lnTo>
                  <a:pt x="2038779" y="1019390"/>
                </a:lnTo>
                <a:lnTo>
                  <a:pt x="2037670" y="1067377"/>
                </a:lnTo>
                <a:lnTo>
                  <a:pt x="2034374" y="1114793"/>
                </a:lnTo>
                <a:lnTo>
                  <a:pt x="2028940" y="1161589"/>
                </a:lnTo>
                <a:lnTo>
                  <a:pt x="2021418" y="1207717"/>
                </a:lnTo>
                <a:lnTo>
                  <a:pt x="2011857" y="1253126"/>
                </a:lnTo>
                <a:lnTo>
                  <a:pt x="2000304" y="1297769"/>
                </a:lnTo>
                <a:lnTo>
                  <a:pt x="1986810" y="1341596"/>
                </a:lnTo>
                <a:lnTo>
                  <a:pt x="1971423" y="1384558"/>
                </a:lnTo>
                <a:lnTo>
                  <a:pt x="1954193" y="1426606"/>
                </a:lnTo>
                <a:lnTo>
                  <a:pt x="1935167" y="1467691"/>
                </a:lnTo>
                <a:lnTo>
                  <a:pt x="1914396" y="1507765"/>
                </a:lnTo>
                <a:lnTo>
                  <a:pt x="1891928" y="1546779"/>
                </a:lnTo>
                <a:lnTo>
                  <a:pt x="1867812" y="1584683"/>
                </a:lnTo>
                <a:lnTo>
                  <a:pt x="1842096" y="1621428"/>
                </a:lnTo>
                <a:lnTo>
                  <a:pt x="1814831" y="1656966"/>
                </a:lnTo>
                <a:lnTo>
                  <a:pt x="1786064" y="1691248"/>
                </a:lnTo>
                <a:lnTo>
                  <a:pt x="1755846" y="1724224"/>
                </a:lnTo>
                <a:lnTo>
                  <a:pt x="1724224" y="1755846"/>
                </a:lnTo>
                <a:lnTo>
                  <a:pt x="1691247" y="1786065"/>
                </a:lnTo>
                <a:lnTo>
                  <a:pt x="1656966" y="1814831"/>
                </a:lnTo>
                <a:lnTo>
                  <a:pt x="1621428" y="1842096"/>
                </a:lnTo>
                <a:lnTo>
                  <a:pt x="1584683" y="1867812"/>
                </a:lnTo>
                <a:lnTo>
                  <a:pt x="1546779" y="1891928"/>
                </a:lnTo>
                <a:lnTo>
                  <a:pt x="1507765" y="1914396"/>
                </a:lnTo>
                <a:lnTo>
                  <a:pt x="1467691" y="1935168"/>
                </a:lnTo>
                <a:lnTo>
                  <a:pt x="1426606" y="1954193"/>
                </a:lnTo>
                <a:lnTo>
                  <a:pt x="1384557" y="1971424"/>
                </a:lnTo>
                <a:lnTo>
                  <a:pt x="1341595" y="1986811"/>
                </a:lnTo>
                <a:lnTo>
                  <a:pt x="1297769" y="2000305"/>
                </a:lnTo>
                <a:lnTo>
                  <a:pt x="1253126" y="2011857"/>
                </a:lnTo>
                <a:lnTo>
                  <a:pt x="1207717" y="2021419"/>
                </a:lnTo>
                <a:lnTo>
                  <a:pt x="1161589" y="2028941"/>
                </a:lnTo>
                <a:lnTo>
                  <a:pt x="1114793" y="2034374"/>
                </a:lnTo>
                <a:lnTo>
                  <a:pt x="1067377" y="2037670"/>
                </a:lnTo>
                <a:lnTo>
                  <a:pt x="1019409" y="2038779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309562" y="4124007"/>
            <a:ext cx="2038985" cy="2038985"/>
          </a:xfrm>
          <a:custGeom>
            <a:avLst/>
            <a:gdLst/>
            <a:ahLst/>
            <a:cxnLst/>
            <a:rect l="l" t="t" r="r" b="b"/>
            <a:pathLst>
              <a:path w="2038985" h="2038985">
                <a:moveTo>
                  <a:pt x="1019409" y="2038779"/>
                </a:moveTo>
                <a:lnTo>
                  <a:pt x="971401" y="2037670"/>
                </a:lnTo>
                <a:lnTo>
                  <a:pt x="923985" y="2034374"/>
                </a:lnTo>
                <a:lnTo>
                  <a:pt x="877189" y="2028941"/>
                </a:lnTo>
                <a:lnTo>
                  <a:pt x="831061" y="2021419"/>
                </a:lnTo>
                <a:lnTo>
                  <a:pt x="785652" y="2011857"/>
                </a:lnTo>
                <a:lnTo>
                  <a:pt x="741009" y="2000305"/>
                </a:lnTo>
                <a:lnTo>
                  <a:pt x="697182" y="1986811"/>
                </a:lnTo>
                <a:lnTo>
                  <a:pt x="654220" y="1971424"/>
                </a:lnTo>
                <a:lnTo>
                  <a:pt x="612172" y="1954193"/>
                </a:lnTo>
                <a:lnTo>
                  <a:pt x="571087" y="1935168"/>
                </a:lnTo>
                <a:lnTo>
                  <a:pt x="531013" y="1914396"/>
                </a:lnTo>
                <a:lnTo>
                  <a:pt x="491999" y="1891928"/>
                </a:lnTo>
                <a:lnTo>
                  <a:pt x="454095" y="1867812"/>
                </a:lnTo>
                <a:lnTo>
                  <a:pt x="417350" y="1842096"/>
                </a:lnTo>
                <a:lnTo>
                  <a:pt x="381812" y="1814831"/>
                </a:lnTo>
                <a:lnTo>
                  <a:pt x="347530" y="1786065"/>
                </a:lnTo>
                <a:lnTo>
                  <a:pt x="314554" y="1755846"/>
                </a:lnTo>
                <a:lnTo>
                  <a:pt x="282932" y="1724224"/>
                </a:lnTo>
                <a:lnTo>
                  <a:pt x="252713" y="1691248"/>
                </a:lnTo>
                <a:lnTo>
                  <a:pt x="223947" y="1656966"/>
                </a:lnTo>
                <a:lnTo>
                  <a:pt x="196682" y="1621428"/>
                </a:lnTo>
                <a:lnTo>
                  <a:pt x="170966" y="1584683"/>
                </a:lnTo>
                <a:lnTo>
                  <a:pt x="146850" y="1546779"/>
                </a:lnTo>
                <a:lnTo>
                  <a:pt x="124382" y="1507765"/>
                </a:lnTo>
                <a:lnTo>
                  <a:pt x="103610" y="1467691"/>
                </a:lnTo>
                <a:lnTo>
                  <a:pt x="84585" y="1426606"/>
                </a:lnTo>
                <a:lnTo>
                  <a:pt x="67354" y="1384558"/>
                </a:lnTo>
                <a:lnTo>
                  <a:pt x="51968" y="1341596"/>
                </a:lnTo>
                <a:lnTo>
                  <a:pt x="38474" y="1297769"/>
                </a:lnTo>
                <a:lnTo>
                  <a:pt x="26921" y="1253126"/>
                </a:lnTo>
                <a:lnTo>
                  <a:pt x="17360" y="1207717"/>
                </a:lnTo>
                <a:lnTo>
                  <a:pt x="9838" y="1161589"/>
                </a:lnTo>
                <a:lnTo>
                  <a:pt x="4404" y="1114793"/>
                </a:lnTo>
                <a:lnTo>
                  <a:pt x="1108" y="1067377"/>
                </a:lnTo>
                <a:lnTo>
                  <a:pt x="0" y="1019343"/>
                </a:lnTo>
                <a:lnTo>
                  <a:pt x="1108" y="971402"/>
                </a:lnTo>
                <a:lnTo>
                  <a:pt x="4404" y="923986"/>
                </a:lnTo>
                <a:lnTo>
                  <a:pt x="9838" y="877189"/>
                </a:lnTo>
                <a:lnTo>
                  <a:pt x="17360" y="831062"/>
                </a:lnTo>
                <a:lnTo>
                  <a:pt x="26921" y="785653"/>
                </a:lnTo>
                <a:lnTo>
                  <a:pt x="38474" y="741010"/>
                </a:lnTo>
                <a:lnTo>
                  <a:pt x="51968" y="697183"/>
                </a:lnTo>
                <a:lnTo>
                  <a:pt x="67354" y="654221"/>
                </a:lnTo>
                <a:lnTo>
                  <a:pt x="84585" y="612173"/>
                </a:lnTo>
                <a:lnTo>
                  <a:pt x="103610" y="571088"/>
                </a:lnTo>
                <a:lnTo>
                  <a:pt x="124382" y="531014"/>
                </a:lnTo>
                <a:lnTo>
                  <a:pt x="146850" y="492000"/>
                </a:lnTo>
                <a:lnTo>
                  <a:pt x="170966" y="454096"/>
                </a:lnTo>
                <a:lnTo>
                  <a:pt x="196682" y="417351"/>
                </a:lnTo>
                <a:lnTo>
                  <a:pt x="223947" y="381813"/>
                </a:lnTo>
                <a:lnTo>
                  <a:pt x="252713" y="347531"/>
                </a:lnTo>
                <a:lnTo>
                  <a:pt x="282932" y="314555"/>
                </a:lnTo>
                <a:lnTo>
                  <a:pt x="314554" y="282933"/>
                </a:lnTo>
                <a:lnTo>
                  <a:pt x="347530" y="252715"/>
                </a:lnTo>
                <a:lnTo>
                  <a:pt x="381812" y="223948"/>
                </a:lnTo>
                <a:lnTo>
                  <a:pt x="417350" y="196683"/>
                </a:lnTo>
                <a:lnTo>
                  <a:pt x="454095" y="170967"/>
                </a:lnTo>
                <a:lnTo>
                  <a:pt x="491999" y="146851"/>
                </a:lnTo>
                <a:lnTo>
                  <a:pt x="531013" y="124383"/>
                </a:lnTo>
                <a:lnTo>
                  <a:pt x="571087" y="103611"/>
                </a:lnTo>
                <a:lnTo>
                  <a:pt x="612172" y="84586"/>
                </a:lnTo>
                <a:lnTo>
                  <a:pt x="654220" y="67355"/>
                </a:lnTo>
                <a:lnTo>
                  <a:pt x="697182" y="51969"/>
                </a:lnTo>
                <a:lnTo>
                  <a:pt x="741009" y="38475"/>
                </a:lnTo>
                <a:lnTo>
                  <a:pt x="785652" y="26922"/>
                </a:lnTo>
                <a:lnTo>
                  <a:pt x="831061" y="17361"/>
                </a:lnTo>
                <a:lnTo>
                  <a:pt x="877189" y="9839"/>
                </a:lnTo>
                <a:lnTo>
                  <a:pt x="923985" y="4405"/>
                </a:lnTo>
                <a:lnTo>
                  <a:pt x="971401" y="1109"/>
                </a:lnTo>
                <a:lnTo>
                  <a:pt x="1019389" y="0"/>
                </a:lnTo>
                <a:lnTo>
                  <a:pt x="1067376" y="1109"/>
                </a:lnTo>
                <a:lnTo>
                  <a:pt x="1114792" y="4405"/>
                </a:lnTo>
                <a:lnTo>
                  <a:pt x="1161589" y="9839"/>
                </a:lnTo>
                <a:lnTo>
                  <a:pt x="1207716" y="17361"/>
                </a:lnTo>
                <a:lnTo>
                  <a:pt x="1253125" y="26922"/>
                </a:lnTo>
                <a:lnTo>
                  <a:pt x="1297768" y="38475"/>
                </a:lnTo>
                <a:lnTo>
                  <a:pt x="1341595" y="51969"/>
                </a:lnTo>
                <a:lnTo>
                  <a:pt x="1384557" y="67355"/>
                </a:lnTo>
                <a:lnTo>
                  <a:pt x="1426605" y="84586"/>
                </a:lnTo>
                <a:lnTo>
                  <a:pt x="1467690" y="103611"/>
                </a:lnTo>
                <a:lnTo>
                  <a:pt x="1507764" y="124383"/>
                </a:lnTo>
                <a:lnTo>
                  <a:pt x="1546778" y="146851"/>
                </a:lnTo>
                <a:lnTo>
                  <a:pt x="1584682" y="170967"/>
                </a:lnTo>
                <a:lnTo>
                  <a:pt x="1621427" y="196683"/>
                </a:lnTo>
                <a:lnTo>
                  <a:pt x="1656965" y="223948"/>
                </a:lnTo>
                <a:lnTo>
                  <a:pt x="1691247" y="252715"/>
                </a:lnTo>
                <a:lnTo>
                  <a:pt x="1724223" y="282933"/>
                </a:lnTo>
                <a:lnTo>
                  <a:pt x="1755845" y="314555"/>
                </a:lnTo>
                <a:lnTo>
                  <a:pt x="1786064" y="347531"/>
                </a:lnTo>
                <a:lnTo>
                  <a:pt x="1814830" y="381813"/>
                </a:lnTo>
                <a:lnTo>
                  <a:pt x="1842096" y="417351"/>
                </a:lnTo>
                <a:lnTo>
                  <a:pt x="1867811" y="454096"/>
                </a:lnTo>
                <a:lnTo>
                  <a:pt x="1891927" y="492000"/>
                </a:lnTo>
                <a:lnTo>
                  <a:pt x="1914396" y="531014"/>
                </a:lnTo>
                <a:lnTo>
                  <a:pt x="1935167" y="571088"/>
                </a:lnTo>
                <a:lnTo>
                  <a:pt x="1954192" y="612173"/>
                </a:lnTo>
                <a:lnTo>
                  <a:pt x="1971423" y="654221"/>
                </a:lnTo>
                <a:lnTo>
                  <a:pt x="1986810" y="697183"/>
                </a:lnTo>
                <a:lnTo>
                  <a:pt x="2000304" y="741010"/>
                </a:lnTo>
                <a:lnTo>
                  <a:pt x="2011856" y="785653"/>
                </a:lnTo>
                <a:lnTo>
                  <a:pt x="2021418" y="831062"/>
                </a:lnTo>
                <a:lnTo>
                  <a:pt x="2028940" y="877189"/>
                </a:lnTo>
                <a:lnTo>
                  <a:pt x="2034373" y="923986"/>
                </a:lnTo>
                <a:lnTo>
                  <a:pt x="2037670" y="971402"/>
                </a:lnTo>
                <a:lnTo>
                  <a:pt x="2038777" y="1019390"/>
                </a:lnTo>
                <a:lnTo>
                  <a:pt x="2037670" y="1067377"/>
                </a:lnTo>
                <a:lnTo>
                  <a:pt x="2034373" y="1114793"/>
                </a:lnTo>
                <a:lnTo>
                  <a:pt x="2028940" y="1161589"/>
                </a:lnTo>
                <a:lnTo>
                  <a:pt x="2021418" y="1207717"/>
                </a:lnTo>
                <a:lnTo>
                  <a:pt x="2011856" y="1253126"/>
                </a:lnTo>
                <a:lnTo>
                  <a:pt x="2000304" y="1297769"/>
                </a:lnTo>
                <a:lnTo>
                  <a:pt x="1986810" y="1341596"/>
                </a:lnTo>
                <a:lnTo>
                  <a:pt x="1971423" y="1384558"/>
                </a:lnTo>
                <a:lnTo>
                  <a:pt x="1954192" y="1426606"/>
                </a:lnTo>
                <a:lnTo>
                  <a:pt x="1935167" y="1467691"/>
                </a:lnTo>
                <a:lnTo>
                  <a:pt x="1914396" y="1507765"/>
                </a:lnTo>
                <a:lnTo>
                  <a:pt x="1891927" y="1546779"/>
                </a:lnTo>
                <a:lnTo>
                  <a:pt x="1867811" y="1584683"/>
                </a:lnTo>
                <a:lnTo>
                  <a:pt x="1842096" y="1621428"/>
                </a:lnTo>
                <a:lnTo>
                  <a:pt x="1814830" y="1656966"/>
                </a:lnTo>
                <a:lnTo>
                  <a:pt x="1786064" y="1691248"/>
                </a:lnTo>
                <a:lnTo>
                  <a:pt x="1755845" y="1724224"/>
                </a:lnTo>
                <a:lnTo>
                  <a:pt x="1724223" y="1755846"/>
                </a:lnTo>
                <a:lnTo>
                  <a:pt x="1691247" y="1786065"/>
                </a:lnTo>
                <a:lnTo>
                  <a:pt x="1656965" y="1814831"/>
                </a:lnTo>
                <a:lnTo>
                  <a:pt x="1621427" y="1842096"/>
                </a:lnTo>
                <a:lnTo>
                  <a:pt x="1584682" y="1867812"/>
                </a:lnTo>
                <a:lnTo>
                  <a:pt x="1546778" y="1891928"/>
                </a:lnTo>
                <a:lnTo>
                  <a:pt x="1507764" y="1914396"/>
                </a:lnTo>
                <a:lnTo>
                  <a:pt x="1467690" y="1935168"/>
                </a:lnTo>
                <a:lnTo>
                  <a:pt x="1426605" y="1954193"/>
                </a:lnTo>
                <a:lnTo>
                  <a:pt x="1384557" y="1971424"/>
                </a:lnTo>
                <a:lnTo>
                  <a:pt x="1341595" y="1986811"/>
                </a:lnTo>
                <a:lnTo>
                  <a:pt x="1297768" y="2000305"/>
                </a:lnTo>
                <a:lnTo>
                  <a:pt x="1253125" y="2011857"/>
                </a:lnTo>
                <a:lnTo>
                  <a:pt x="1207716" y="2021419"/>
                </a:lnTo>
                <a:lnTo>
                  <a:pt x="1161589" y="2028941"/>
                </a:lnTo>
                <a:lnTo>
                  <a:pt x="1114792" y="2034374"/>
                </a:lnTo>
                <a:lnTo>
                  <a:pt x="1067376" y="2037670"/>
                </a:lnTo>
                <a:lnTo>
                  <a:pt x="1019409" y="2038779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660481" y="4149816"/>
            <a:ext cx="2038985" cy="2038985"/>
          </a:xfrm>
          <a:custGeom>
            <a:avLst/>
            <a:gdLst/>
            <a:ahLst/>
            <a:cxnLst/>
            <a:rect l="l" t="t" r="r" b="b"/>
            <a:pathLst>
              <a:path w="2038984" h="2038985">
                <a:moveTo>
                  <a:pt x="1019410" y="2038779"/>
                </a:moveTo>
                <a:lnTo>
                  <a:pt x="971402" y="2037670"/>
                </a:lnTo>
                <a:lnTo>
                  <a:pt x="923986" y="2034374"/>
                </a:lnTo>
                <a:lnTo>
                  <a:pt x="877190" y="2028941"/>
                </a:lnTo>
                <a:lnTo>
                  <a:pt x="831062" y="2021419"/>
                </a:lnTo>
                <a:lnTo>
                  <a:pt x="785653" y="2011857"/>
                </a:lnTo>
                <a:lnTo>
                  <a:pt x="741010" y="2000305"/>
                </a:lnTo>
                <a:lnTo>
                  <a:pt x="697183" y="1986811"/>
                </a:lnTo>
                <a:lnTo>
                  <a:pt x="654221" y="1971424"/>
                </a:lnTo>
                <a:lnTo>
                  <a:pt x="612173" y="1954193"/>
                </a:lnTo>
                <a:lnTo>
                  <a:pt x="571088" y="1935168"/>
                </a:lnTo>
                <a:lnTo>
                  <a:pt x="531014" y="1914396"/>
                </a:lnTo>
                <a:lnTo>
                  <a:pt x="492000" y="1891928"/>
                </a:lnTo>
                <a:lnTo>
                  <a:pt x="454096" y="1867812"/>
                </a:lnTo>
                <a:lnTo>
                  <a:pt x="417351" y="1842096"/>
                </a:lnTo>
                <a:lnTo>
                  <a:pt x="381813" y="1814831"/>
                </a:lnTo>
                <a:lnTo>
                  <a:pt x="347531" y="1786065"/>
                </a:lnTo>
                <a:lnTo>
                  <a:pt x="314555" y="1755846"/>
                </a:lnTo>
                <a:lnTo>
                  <a:pt x="282933" y="1724224"/>
                </a:lnTo>
                <a:lnTo>
                  <a:pt x="252714" y="1691248"/>
                </a:lnTo>
                <a:lnTo>
                  <a:pt x="223948" y="1656966"/>
                </a:lnTo>
                <a:lnTo>
                  <a:pt x="196683" y="1621428"/>
                </a:lnTo>
                <a:lnTo>
                  <a:pt x="170967" y="1584683"/>
                </a:lnTo>
                <a:lnTo>
                  <a:pt x="146851" y="1546779"/>
                </a:lnTo>
                <a:lnTo>
                  <a:pt x="124383" y="1507765"/>
                </a:lnTo>
                <a:lnTo>
                  <a:pt x="103611" y="1467691"/>
                </a:lnTo>
                <a:lnTo>
                  <a:pt x="84586" y="1426606"/>
                </a:lnTo>
                <a:lnTo>
                  <a:pt x="67355" y="1384558"/>
                </a:lnTo>
                <a:lnTo>
                  <a:pt x="51969" y="1341596"/>
                </a:lnTo>
                <a:lnTo>
                  <a:pt x="38475" y="1297769"/>
                </a:lnTo>
                <a:lnTo>
                  <a:pt x="26922" y="1253126"/>
                </a:lnTo>
                <a:lnTo>
                  <a:pt x="17361" y="1207717"/>
                </a:lnTo>
                <a:lnTo>
                  <a:pt x="9839" y="1161589"/>
                </a:lnTo>
                <a:lnTo>
                  <a:pt x="4405" y="1114793"/>
                </a:lnTo>
                <a:lnTo>
                  <a:pt x="1109" y="1067377"/>
                </a:lnTo>
                <a:lnTo>
                  <a:pt x="0" y="1019387"/>
                </a:lnTo>
                <a:lnTo>
                  <a:pt x="1109" y="971402"/>
                </a:lnTo>
                <a:lnTo>
                  <a:pt x="4405" y="923986"/>
                </a:lnTo>
                <a:lnTo>
                  <a:pt x="9839" y="877189"/>
                </a:lnTo>
                <a:lnTo>
                  <a:pt x="17361" y="831062"/>
                </a:lnTo>
                <a:lnTo>
                  <a:pt x="26922" y="785653"/>
                </a:lnTo>
                <a:lnTo>
                  <a:pt x="38475" y="741010"/>
                </a:lnTo>
                <a:lnTo>
                  <a:pt x="51969" y="697183"/>
                </a:lnTo>
                <a:lnTo>
                  <a:pt x="67355" y="654221"/>
                </a:lnTo>
                <a:lnTo>
                  <a:pt x="84586" y="612173"/>
                </a:lnTo>
                <a:lnTo>
                  <a:pt x="103611" y="571088"/>
                </a:lnTo>
                <a:lnTo>
                  <a:pt x="124383" y="531014"/>
                </a:lnTo>
                <a:lnTo>
                  <a:pt x="146851" y="492000"/>
                </a:lnTo>
                <a:lnTo>
                  <a:pt x="170967" y="454096"/>
                </a:lnTo>
                <a:lnTo>
                  <a:pt x="196683" y="417351"/>
                </a:lnTo>
                <a:lnTo>
                  <a:pt x="223948" y="381813"/>
                </a:lnTo>
                <a:lnTo>
                  <a:pt x="252714" y="347531"/>
                </a:lnTo>
                <a:lnTo>
                  <a:pt x="282933" y="314555"/>
                </a:lnTo>
                <a:lnTo>
                  <a:pt x="314555" y="282933"/>
                </a:lnTo>
                <a:lnTo>
                  <a:pt x="347531" y="252715"/>
                </a:lnTo>
                <a:lnTo>
                  <a:pt x="381813" y="223948"/>
                </a:lnTo>
                <a:lnTo>
                  <a:pt x="417351" y="196683"/>
                </a:lnTo>
                <a:lnTo>
                  <a:pt x="454096" y="170967"/>
                </a:lnTo>
                <a:lnTo>
                  <a:pt x="492000" y="146851"/>
                </a:lnTo>
                <a:lnTo>
                  <a:pt x="531014" y="124383"/>
                </a:lnTo>
                <a:lnTo>
                  <a:pt x="571088" y="103611"/>
                </a:lnTo>
                <a:lnTo>
                  <a:pt x="612173" y="84586"/>
                </a:lnTo>
                <a:lnTo>
                  <a:pt x="654221" y="67355"/>
                </a:lnTo>
                <a:lnTo>
                  <a:pt x="697183" y="51969"/>
                </a:lnTo>
                <a:lnTo>
                  <a:pt x="741010" y="38475"/>
                </a:lnTo>
                <a:lnTo>
                  <a:pt x="785653" y="26922"/>
                </a:lnTo>
                <a:lnTo>
                  <a:pt x="831062" y="17361"/>
                </a:lnTo>
                <a:lnTo>
                  <a:pt x="877190" y="9839"/>
                </a:lnTo>
                <a:lnTo>
                  <a:pt x="923986" y="4405"/>
                </a:lnTo>
                <a:lnTo>
                  <a:pt x="971402" y="1109"/>
                </a:lnTo>
                <a:lnTo>
                  <a:pt x="1019390" y="0"/>
                </a:lnTo>
                <a:lnTo>
                  <a:pt x="1067377" y="1109"/>
                </a:lnTo>
                <a:lnTo>
                  <a:pt x="1114793" y="4405"/>
                </a:lnTo>
                <a:lnTo>
                  <a:pt x="1161590" y="9839"/>
                </a:lnTo>
                <a:lnTo>
                  <a:pt x="1207717" y="17361"/>
                </a:lnTo>
                <a:lnTo>
                  <a:pt x="1253126" y="26922"/>
                </a:lnTo>
                <a:lnTo>
                  <a:pt x="1297769" y="38475"/>
                </a:lnTo>
                <a:lnTo>
                  <a:pt x="1341596" y="51969"/>
                </a:lnTo>
                <a:lnTo>
                  <a:pt x="1384558" y="67355"/>
                </a:lnTo>
                <a:lnTo>
                  <a:pt x="1426606" y="84586"/>
                </a:lnTo>
                <a:lnTo>
                  <a:pt x="1467692" y="103611"/>
                </a:lnTo>
                <a:lnTo>
                  <a:pt x="1507766" y="124383"/>
                </a:lnTo>
                <a:lnTo>
                  <a:pt x="1546779" y="146851"/>
                </a:lnTo>
                <a:lnTo>
                  <a:pt x="1584683" y="170967"/>
                </a:lnTo>
                <a:lnTo>
                  <a:pt x="1621428" y="196683"/>
                </a:lnTo>
                <a:lnTo>
                  <a:pt x="1656966" y="223948"/>
                </a:lnTo>
                <a:lnTo>
                  <a:pt x="1691248" y="252715"/>
                </a:lnTo>
                <a:lnTo>
                  <a:pt x="1724224" y="282933"/>
                </a:lnTo>
                <a:lnTo>
                  <a:pt x="1755846" y="314555"/>
                </a:lnTo>
                <a:lnTo>
                  <a:pt x="1786065" y="347531"/>
                </a:lnTo>
                <a:lnTo>
                  <a:pt x="1814831" y="381813"/>
                </a:lnTo>
                <a:lnTo>
                  <a:pt x="1842096" y="417351"/>
                </a:lnTo>
                <a:lnTo>
                  <a:pt x="1867812" y="454096"/>
                </a:lnTo>
                <a:lnTo>
                  <a:pt x="1891928" y="492000"/>
                </a:lnTo>
                <a:lnTo>
                  <a:pt x="1914396" y="531014"/>
                </a:lnTo>
                <a:lnTo>
                  <a:pt x="1935168" y="571088"/>
                </a:lnTo>
                <a:lnTo>
                  <a:pt x="1954193" y="612173"/>
                </a:lnTo>
                <a:lnTo>
                  <a:pt x="1971424" y="654221"/>
                </a:lnTo>
                <a:lnTo>
                  <a:pt x="1986810" y="697183"/>
                </a:lnTo>
                <a:lnTo>
                  <a:pt x="2000304" y="741010"/>
                </a:lnTo>
                <a:lnTo>
                  <a:pt x="2011857" y="785653"/>
                </a:lnTo>
                <a:lnTo>
                  <a:pt x="2021418" y="831062"/>
                </a:lnTo>
                <a:lnTo>
                  <a:pt x="2028940" y="877189"/>
                </a:lnTo>
                <a:lnTo>
                  <a:pt x="2034374" y="923986"/>
                </a:lnTo>
                <a:lnTo>
                  <a:pt x="2037670" y="971402"/>
                </a:lnTo>
                <a:lnTo>
                  <a:pt x="2038779" y="1019392"/>
                </a:lnTo>
                <a:lnTo>
                  <a:pt x="2037670" y="1067377"/>
                </a:lnTo>
                <a:lnTo>
                  <a:pt x="2034374" y="1114793"/>
                </a:lnTo>
                <a:lnTo>
                  <a:pt x="2028940" y="1161589"/>
                </a:lnTo>
                <a:lnTo>
                  <a:pt x="2021418" y="1207717"/>
                </a:lnTo>
                <a:lnTo>
                  <a:pt x="2011857" y="1253126"/>
                </a:lnTo>
                <a:lnTo>
                  <a:pt x="2000304" y="1297769"/>
                </a:lnTo>
                <a:lnTo>
                  <a:pt x="1986810" y="1341596"/>
                </a:lnTo>
                <a:lnTo>
                  <a:pt x="1971424" y="1384558"/>
                </a:lnTo>
                <a:lnTo>
                  <a:pt x="1954193" y="1426606"/>
                </a:lnTo>
                <a:lnTo>
                  <a:pt x="1935168" y="1467691"/>
                </a:lnTo>
                <a:lnTo>
                  <a:pt x="1914396" y="1507765"/>
                </a:lnTo>
                <a:lnTo>
                  <a:pt x="1891928" y="1546779"/>
                </a:lnTo>
                <a:lnTo>
                  <a:pt x="1867812" y="1584683"/>
                </a:lnTo>
                <a:lnTo>
                  <a:pt x="1842096" y="1621428"/>
                </a:lnTo>
                <a:lnTo>
                  <a:pt x="1814831" y="1656966"/>
                </a:lnTo>
                <a:lnTo>
                  <a:pt x="1786065" y="1691248"/>
                </a:lnTo>
                <a:lnTo>
                  <a:pt x="1755846" y="1724224"/>
                </a:lnTo>
                <a:lnTo>
                  <a:pt x="1724224" y="1755846"/>
                </a:lnTo>
                <a:lnTo>
                  <a:pt x="1691248" y="1786065"/>
                </a:lnTo>
                <a:lnTo>
                  <a:pt x="1656966" y="1814831"/>
                </a:lnTo>
                <a:lnTo>
                  <a:pt x="1621428" y="1842096"/>
                </a:lnTo>
                <a:lnTo>
                  <a:pt x="1584683" y="1867812"/>
                </a:lnTo>
                <a:lnTo>
                  <a:pt x="1546779" y="1891928"/>
                </a:lnTo>
                <a:lnTo>
                  <a:pt x="1507766" y="1914396"/>
                </a:lnTo>
                <a:lnTo>
                  <a:pt x="1467692" y="1935168"/>
                </a:lnTo>
                <a:lnTo>
                  <a:pt x="1426606" y="1954193"/>
                </a:lnTo>
                <a:lnTo>
                  <a:pt x="1384558" y="1971424"/>
                </a:lnTo>
                <a:lnTo>
                  <a:pt x="1341596" y="1986811"/>
                </a:lnTo>
                <a:lnTo>
                  <a:pt x="1297769" y="2000305"/>
                </a:lnTo>
                <a:lnTo>
                  <a:pt x="1253126" y="2011857"/>
                </a:lnTo>
                <a:lnTo>
                  <a:pt x="1207717" y="2021419"/>
                </a:lnTo>
                <a:lnTo>
                  <a:pt x="1161590" y="2028941"/>
                </a:lnTo>
                <a:lnTo>
                  <a:pt x="1114793" y="2034374"/>
                </a:lnTo>
                <a:lnTo>
                  <a:pt x="1067377" y="2037670"/>
                </a:lnTo>
                <a:lnTo>
                  <a:pt x="1019410" y="2038779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5011400" y="4130152"/>
            <a:ext cx="2038985" cy="2038985"/>
          </a:xfrm>
          <a:custGeom>
            <a:avLst/>
            <a:gdLst/>
            <a:ahLst/>
            <a:cxnLst/>
            <a:rect l="l" t="t" r="r" b="b"/>
            <a:pathLst>
              <a:path w="2038984" h="2038985">
                <a:moveTo>
                  <a:pt x="1019409" y="2038779"/>
                </a:moveTo>
                <a:lnTo>
                  <a:pt x="971401" y="2037670"/>
                </a:lnTo>
                <a:lnTo>
                  <a:pt x="923985" y="2034374"/>
                </a:lnTo>
                <a:lnTo>
                  <a:pt x="877189" y="2028941"/>
                </a:lnTo>
                <a:lnTo>
                  <a:pt x="831061" y="2021419"/>
                </a:lnTo>
                <a:lnTo>
                  <a:pt x="785652" y="2011857"/>
                </a:lnTo>
                <a:lnTo>
                  <a:pt x="741009" y="2000305"/>
                </a:lnTo>
                <a:lnTo>
                  <a:pt x="697183" y="1986811"/>
                </a:lnTo>
                <a:lnTo>
                  <a:pt x="654221" y="1971424"/>
                </a:lnTo>
                <a:lnTo>
                  <a:pt x="612172" y="1954193"/>
                </a:lnTo>
                <a:lnTo>
                  <a:pt x="571087" y="1935168"/>
                </a:lnTo>
                <a:lnTo>
                  <a:pt x="531013" y="1914396"/>
                </a:lnTo>
                <a:lnTo>
                  <a:pt x="491999" y="1891928"/>
                </a:lnTo>
                <a:lnTo>
                  <a:pt x="454096" y="1867812"/>
                </a:lnTo>
                <a:lnTo>
                  <a:pt x="417350" y="1842096"/>
                </a:lnTo>
                <a:lnTo>
                  <a:pt x="381812" y="1814831"/>
                </a:lnTo>
                <a:lnTo>
                  <a:pt x="347531" y="1786065"/>
                </a:lnTo>
                <a:lnTo>
                  <a:pt x="314554" y="1755846"/>
                </a:lnTo>
                <a:lnTo>
                  <a:pt x="282932" y="1724224"/>
                </a:lnTo>
                <a:lnTo>
                  <a:pt x="252714" y="1691248"/>
                </a:lnTo>
                <a:lnTo>
                  <a:pt x="223947" y="1656966"/>
                </a:lnTo>
                <a:lnTo>
                  <a:pt x="196682" y="1621428"/>
                </a:lnTo>
                <a:lnTo>
                  <a:pt x="170966" y="1584683"/>
                </a:lnTo>
                <a:lnTo>
                  <a:pt x="146850" y="1546779"/>
                </a:lnTo>
                <a:lnTo>
                  <a:pt x="124382" y="1507765"/>
                </a:lnTo>
                <a:lnTo>
                  <a:pt x="103611" y="1467691"/>
                </a:lnTo>
                <a:lnTo>
                  <a:pt x="84585" y="1426606"/>
                </a:lnTo>
                <a:lnTo>
                  <a:pt x="67355" y="1384558"/>
                </a:lnTo>
                <a:lnTo>
                  <a:pt x="51968" y="1341596"/>
                </a:lnTo>
                <a:lnTo>
                  <a:pt x="38474" y="1297769"/>
                </a:lnTo>
                <a:lnTo>
                  <a:pt x="26921" y="1253126"/>
                </a:lnTo>
                <a:lnTo>
                  <a:pt x="17360" y="1207717"/>
                </a:lnTo>
                <a:lnTo>
                  <a:pt x="9838" y="1161589"/>
                </a:lnTo>
                <a:lnTo>
                  <a:pt x="4404" y="1114793"/>
                </a:lnTo>
                <a:lnTo>
                  <a:pt x="1108" y="1067377"/>
                </a:lnTo>
                <a:lnTo>
                  <a:pt x="0" y="1019349"/>
                </a:lnTo>
                <a:lnTo>
                  <a:pt x="1108" y="971402"/>
                </a:lnTo>
                <a:lnTo>
                  <a:pt x="4404" y="923986"/>
                </a:lnTo>
                <a:lnTo>
                  <a:pt x="9838" y="877189"/>
                </a:lnTo>
                <a:lnTo>
                  <a:pt x="17360" y="831062"/>
                </a:lnTo>
                <a:lnTo>
                  <a:pt x="26921" y="785653"/>
                </a:lnTo>
                <a:lnTo>
                  <a:pt x="38474" y="741010"/>
                </a:lnTo>
                <a:lnTo>
                  <a:pt x="51968" y="697183"/>
                </a:lnTo>
                <a:lnTo>
                  <a:pt x="67355" y="654221"/>
                </a:lnTo>
                <a:lnTo>
                  <a:pt x="84585" y="612173"/>
                </a:lnTo>
                <a:lnTo>
                  <a:pt x="103611" y="571088"/>
                </a:lnTo>
                <a:lnTo>
                  <a:pt x="124382" y="531014"/>
                </a:lnTo>
                <a:lnTo>
                  <a:pt x="146850" y="492000"/>
                </a:lnTo>
                <a:lnTo>
                  <a:pt x="170966" y="454096"/>
                </a:lnTo>
                <a:lnTo>
                  <a:pt x="196682" y="417351"/>
                </a:lnTo>
                <a:lnTo>
                  <a:pt x="223947" y="381813"/>
                </a:lnTo>
                <a:lnTo>
                  <a:pt x="252714" y="347531"/>
                </a:lnTo>
                <a:lnTo>
                  <a:pt x="282932" y="314555"/>
                </a:lnTo>
                <a:lnTo>
                  <a:pt x="314554" y="282933"/>
                </a:lnTo>
                <a:lnTo>
                  <a:pt x="347531" y="252715"/>
                </a:lnTo>
                <a:lnTo>
                  <a:pt x="381812" y="223948"/>
                </a:lnTo>
                <a:lnTo>
                  <a:pt x="417350" y="196683"/>
                </a:lnTo>
                <a:lnTo>
                  <a:pt x="454096" y="170967"/>
                </a:lnTo>
                <a:lnTo>
                  <a:pt x="491999" y="146851"/>
                </a:lnTo>
                <a:lnTo>
                  <a:pt x="531013" y="124383"/>
                </a:lnTo>
                <a:lnTo>
                  <a:pt x="571087" y="103611"/>
                </a:lnTo>
                <a:lnTo>
                  <a:pt x="612172" y="84586"/>
                </a:lnTo>
                <a:lnTo>
                  <a:pt x="654221" y="67355"/>
                </a:lnTo>
                <a:lnTo>
                  <a:pt x="697183" y="51969"/>
                </a:lnTo>
                <a:lnTo>
                  <a:pt x="741009" y="38475"/>
                </a:lnTo>
                <a:lnTo>
                  <a:pt x="785652" y="26922"/>
                </a:lnTo>
                <a:lnTo>
                  <a:pt x="831061" y="17361"/>
                </a:lnTo>
                <a:lnTo>
                  <a:pt x="877189" y="9839"/>
                </a:lnTo>
                <a:lnTo>
                  <a:pt x="923985" y="4405"/>
                </a:lnTo>
                <a:lnTo>
                  <a:pt x="971401" y="1109"/>
                </a:lnTo>
                <a:lnTo>
                  <a:pt x="1019389" y="0"/>
                </a:lnTo>
                <a:lnTo>
                  <a:pt x="1067376" y="1109"/>
                </a:lnTo>
                <a:lnTo>
                  <a:pt x="1114792" y="4405"/>
                </a:lnTo>
                <a:lnTo>
                  <a:pt x="1161589" y="9839"/>
                </a:lnTo>
                <a:lnTo>
                  <a:pt x="1207716" y="17361"/>
                </a:lnTo>
                <a:lnTo>
                  <a:pt x="1253126" y="26922"/>
                </a:lnTo>
                <a:lnTo>
                  <a:pt x="1297768" y="38475"/>
                </a:lnTo>
                <a:lnTo>
                  <a:pt x="1341595" y="51969"/>
                </a:lnTo>
                <a:lnTo>
                  <a:pt x="1384557" y="67355"/>
                </a:lnTo>
                <a:lnTo>
                  <a:pt x="1426605" y="84586"/>
                </a:lnTo>
                <a:lnTo>
                  <a:pt x="1467691" y="103611"/>
                </a:lnTo>
                <a:lnTo>
                  <a:pt x="1507765" y="124383"/>
                </a:lnTo>
                <a:lnTo>
                  <a:pt x="1546778" y="146851"/>
                </a:lnTo>
                <a:lnTo>
                  <a:pt x="1584682" y="170967"/>
                </a:lnTo>
                <a:lnTo>
                  <a:pt x="1621427" y="196683"/>
                </a:lnTo>
                <a:lnTo>
                  <a:pt x="1656965" y="223948"/>
                </a:lnTo>
                <a:lnTo>
                  <a:pt x="1691247" y="252715"/>
                </a:lnTo>
                <a:lnTo>
                  <a:pt x="1724223" y="282933"/>
                </a:lnTo>
                <a:lnTo>
                  <a:pt x="1755845" y="314555"/>
                </a:lnTo>
                <a:lnTo>
                  <a:pt x="1786064" y="347531"/>
                </a:lnTo>
                <a:lnTo>
                  <a:pt x="1814830" y="381813"/>
                </a:lnTo>
                <a:lnTo>
                  <a:pt x="1842096" y="417351"/>
                </a:lnTo>
                <a:lnTo>
                  <a:pt x="1867811" y="454096"/>
                </a:lnTo>
                <a:lnTo>
                  <a:pt x="1891927" y="492000"/>
                </a:lnTo>
                <a:lnTo>
                  <a:pt x="1914395" y="531014"/>
                </a:lnTo>
                <a:lnTo>
                  <a:pt x="1935167" y="571088"/>
                </a:lnTo>
                <a:lnTo>
                  <a:pt x="1954192" y="612173"/>
                </a:lnTo>
                <a:lnTo>
                  <a:pt x="1971423" y="654221"/>
                </a:lnTo>
                <a:lnTo>
                  <a:pt x="1986809" y="697183"/>
                </a:lnTo>
                <a:lnTo>
                  <a:pt x="2000303" y="741010"/>
                </a:lnTo>
                <a:lnTo>
                  <a:pt x="2011856" y="785653"/>
                </a:lnTo>
                <a:lnTo>
                  <a:pt x="2021417" y="831062"/>
                </a:lnTo>
                <a:lnTo>
                  <a:pt x="2028940" y="877189"/>
                </a:lnTo>
                <a:lnTo>
                  <a:pt x="2034373" y="923986"/>
                </a:lnTo>
                <a:lnTo>
                  <a:pt x="2037669" y="971402"/>
                </a:lnTo>
                <a:lnTo>
                  <a:pt x="2038777" y="1019390"/>
                </a:lnTo>
                <a:lnTo>
                  <a:pt x="2037669" y="1067377"/>
                </a:lnTo>
                <a:lnTo>
                  <a:pt x="2034373" y="1114793"/>
                </a:lnTo>
                <a:lnTo>
                  <a:pt x="2028940" y="1161589"/>
                </a:lnTo>
                <a:lnTo>
                  <a:pt x="2021417" y="1207717"/>
                </a:lnTo>
                <a:lnTo>
                  <a:pt x="2011856" y="1253126"/>
                </a:lnTo>
                <a:lnTo>
                  <a:pt x="2000303" y="1297769"/>
                </a:lnTo>
                <a:lnTo>
                  <a:pt x="1986809" y="1341596"/>
                </a:lnTo>
                <a:lnTo>
                  <a:pt x="1971423" y="1384558"/>
                </a:lnTo>
                <a:lnTo>
                  <a:pt x="1954192" y="1426606"/>
                </a:lnTo>
                <a:lnTo>
                  <a:pt x="1935167" y="1467691"/>
                </a:lnTo>
                <a:lnTo>
                  <a:pt x="1914395" y="1507765"/>
                </a:lnTo>
                <a:lnTo>
                  <a:pt x="1891927" y="1546779"/>
                </a:lnTo>
                <a:lnTo>
                  <a:pt x="1867811" y="1584683"/>
                </a:lnTo>
                <a:lnTo>
                  <a:pt x="1842096" y="1621428"/>
                </a:lnTo>
                <a:lnTo>
                  <a:pt x="1814830" y="1656966"/>
                </a:lnTo>
                <a:lnTo>
                  <a:pt x="1786064" y="1691248"/>
                </a:lnTo>
                <a:lnTo>
                  <a:pt x="1755845" y="1724224"/>
                </a:lnTo>
                <a:lnTo>
                  <a:pt x="1724223" y="1755846"/>
                </a:lnTo>
                <a:lnTo>
                  <a:pt x="1691247" y="1786065"/>
                </a:lnTo>
                <a:lnTo>
                  <a:pt x="1656965" y="1814831"/>
                </a:lnTo>
                <a:lnTo>
                  <a:pt x="1621427" y="1842096"/>
                </a:lnTo>
                <a:lnTo>
                  <a:pt x="1584682" y="1867812"/>
                </a:lnTo>
                <a:lnTo>
                  <a:pt x="1546778" y="1891928"/>
                </a:lnTo>
                <a:lnTo>
                  <a:pt x="1507765" y="1914396"/>
                </a:lnTo>
                <a:lnTo>
                  <a:pt x="1467691" y="1935168"/>
                </a:lnTo>
                <a:lnTo>
                  <a:pt x="1426605" y="1954193"/>
                </a:lnTo>
                <a:lnTo>
                  <a:pt x="1384557" y="1971424"/>
                </a:lnTo>
                <a:lnTo>
                  <a:pt x="1341595" y="1986811"/>
                </a:lnTo>
                <a:lnTo>
                  <a:pt x="1297768" y="2000305"/>
                </a:lnTo>
                <a:lnTo>
                  <a:pt x="1253126" y="2011857"/>
                </a:lnTo>
                <a:lnTo>
                  <a:pt x="1207716" y="2021419"/>
                </a:lnTo>
                <a:lnTo>
                  <a:pt x="1161589" y="2028941"/>
                </a:lnTo>
                <a:lnTo>
                  <a:pt x="1114792" y="2034374"/>
                </a:lnTo>
                <a:lnTo>
                  <a:pt x="1067376" y="2037670"/>
                </a:lnTo>
                <a:lnTo>
                  <a:pt x="1019409" y="2038779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36">
            <a:extLst>
              <a:ext uri="{FF2B5EF4-FFF2-40B4-BE49-F238E27FC236}">
                <a16:creationId xmlns:a16="http://schemas.microsoft.com/office/drawing/2014/main" id="{36C55835-8B29-7577-354B-53C9D1A64540}"/>
              </a:ext>
            </a:extLst>
          </p:cNvPr>
          <p:cNvSpPr/>
          <p:nvPr/>
        </p:nvSpPr>
        <p:spPr>
          <a:xfrm>
            <a:off x="500449" y="0"/>
            <a:ext cx="1132840" cy="735330"/>
          </a:xfrm>
          <a:custGeom>
            <a:avLst/>
            <a:gdLst/>
            <a:ahLst/>
            <a:cxnLst/>
            <a:rect l="l" t="t" r="r" b="b"/>
            <a:pathLst>
              <a:path w="1132839" h="735330">
                <a:moveTo>
                  <a:pt x="1132297" y="735301"/>
                </a:moveTo>
                <a:lnTo>
                  <a:pt x="0" y="735301"/>
                </a:lnTo>
                <a:lnTo>
                  <a:pt x="0" y="0"/>
                </a:lnTo>
                <a:lnTo>
                  <a:pt x="1132297" y="0"/>
                </a:lnTo>
                <a:lnTo>
                  <a:pt x="1132297" y="735301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612C9A6-77DF-305D-8F04-B160DC155FCB}"/>
              </a:ext>
            </a:extLst>
          </p:cNvPr>
          <p:cNvSpPr txBox="1"/>
          <p:nvPr/>
        </p:nvSpPr>
        <p:spPr>
          <a:xfrm>
            <a:off x="3733800" y="1940247"/>
            <a:ext cx="9144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{Introduction to the founders and key team members}</a:t>
            </a:r>
            <a:endParaRPr lang="LID4096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object 27">
            <a:extLst>
              <a:ext uri="{FF2B5EF4-FFF2-40B4-BE49-F238E27FC236}">
                <a16:creationId xmlns:a16="http://schemas.microsoft.com/office/drawing/2014/main" id="{B58FD30A-CB37-E8F6-A949-77760EBDF69F}"/>
              </a:ext>
            </a:extLst>
          </p:cNvPr>
          <p:cNvSpPr txBox="1">
            <a:spLocks/>
          </p:cNvSpPr>
          <p:nvPr/>
        </p:nvSpPr>
        <p:spPr>
          <a:xfrm>
            <a:off x="1729072" y="565879"/>
            <a:ext cx="5586128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ts val="4799"/>
              </a:lnSpc>
            </a:pPr>
            <a:r>
              <a:rPr lang="en-US" sz="4800" dirty="0">
                <a:latin typeface="Tahoma"/>
              </a:rPr>
              <a:t>Our Team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8F41EBD-79C8-C8CD-68AB-7DB8D7E2A473}"/>
              </a:ext>
            </a:extLst>
          </p:cNvPr>
          <p:cNvSpPr txBox="1"/>
          <p:nvPr/>
        </p:nvSpPr>
        <p:spPr>
          <a:xfrm>
            <a:off x="1940268" y="6963370"/>
            <a:ext cx="23857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Name</a:t>
            </a:r>
          </a:p>
          <a:p>
            <a:endParaRPr lang="en-US" b="1" dirty="0"/>
          </a:p>
          <a:p>
            <a:r>
              <a:rPr lang="en-US" b="1" dirty="0"/>
              <a:t>Designation</a:t>
            </a:r>
            <a:endParaRPr lang="LID4096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16838A4-02C6-89B5-DD11-CC0228AAC8A8}"/>
              </a:ext>
            </a:extLst>
          </p:cNvPr>
          <p:cNvSpPr txBox="1"/>
          <p:nvPr/>
        </p:nvSpPr>
        <p:spPr>
          <a:xfrm>
            <a:off x="6477460" y="6963370"/>
            <a:ext cx="23857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Name</a:t>
            </a:r>
          </a:p>
          <a:p>
            <a:endParaRPr lang="en-US" b="1" dirty="0"/>
          </a:p>
          <a:p>
            <a:r>
              <a:rPr lang="en-US" b="1" dirty="0"/>
              <a:t>Designation</a:t>
            </a:r>
            <a:endParaRPr lang="LID4096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6334161-82B0-652A-CE79-0C7B6A1CF210}"/>
              </a:ext>
            </a:extLst>
          </p:cNvPr>
          <p:cNvSpPr txBox="1"/>
          <p:nvPr/>
        </p:nvSpPr>
        <p:spPr>
          <a:xfrm>
            <a:off x="10803456" y="6963370"/>
            <a:ext cx="23857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Name</a:t>
            </a:r>
          </a:p>
          <a:p>
            <a:endParaRPr lang="en-US" b="1" dirty="0"/>
          </a:p>
          <a:p>
            <a:r>
              <a:rPr lang="en-US" b="1" dirty="0"/>
              <a:t>Designation</a:t>
            </a:r>
            <a:endParaRPr lang="LID4096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C901962-A69A-BF9C-1821-C312938127C9}"/>
              </a:ext>
            </a:extLst>
          </p:cNvPr>
          <p:cNvSpPr txBox="1"/>
          <p:nvPr/>
        </p:nvSpPr>
        <p:spPr>
          <a:xfrm>
            <a:off x="15340648" y="6963370"/>
            <a:ext cx="23857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Name</a:t>
            </a:r>
          </a:p>
          <a:p>
            <a:endParaRPr lang="en-US" b="1" dirty="0"/>
          </a:p>
          <a:p>
            <a:r>
              <a:rPr lang="en-US" b="1" dirty="0"/>
              <a:t>Designation</a:t>
            </a:r>
            <a:endParaRPr lang="LID4096" b="1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A0BAF35-2DB5-2791-00AC-C1E31DC3639F}"/>
              </a:ext>
            </a:extLst>
          </p:cNvPr>
          <p:cNvSpPr txBox="1"/>
          <p:nvPr/>
        </p:nvSpPr>
        <p:spPr>
          <a:xfrm>
            <a:off x="0" y="6667500"/>
            <a:ext cx="18288000" cy="36195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endParaRPr lang="LID4096" dirty="0"/>
          </a:p>
        </p:txBody>
      </p:sp>
      <p:sp>
        <p:nvSpPr>
          <p:cNvPr id="6" name="TextBox 6"/>
          <p:cNvSpPr txBox="1"/>
          <p:nvPr/>
        </p:nvSpPr>
        <p:spPr>
          <a:xfrm>
            <a:off x="5642582" y="3411841"/>
            <a:ext cx="6681874" cy="9931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02"/>
              </a:lnSpc>
            </a:pPr>
            <a:r>
              <a:rPr lang="en-US" sz="7039" dirty="0">
                <a:latin typeface="Tahoma Bold"/>
              </a:rPr>
              <a:t>THANK YOU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201010" y="5303191"/>
            <a:ext cx="8750431" cy="3901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 i="1" spc="88" dirty="0">
                <a:latin typeface="Tahoma"/>
              </a:rPr>
              <a:t>Company Contact Details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233</TotalTime>
  <Words>226</Words>
  <Application>Microsoft Office PowerPoint</Application>
  <PresentationFormat>Custom</PresentationFormat>
  <Paragraphs>114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Calibri</vt:lpstr>
      <vt:lpstr>Arial</vt:lpstr>
      <vt:lpstr>Tahoma Bold</vt:lpstr>
      <vt:lpstr>Cardo</vt:lpstr>
      <vt:lpstr>Times New Roman</vt:lpstr>
      <vt:lpstr>Tahoma</vt:lpstr>
      <vt:lpstr>Trebuchet MS</vt:lpstr>
      <vt:lpstr>Office Theme</vt:lpstr>
      <vt:lpstr>PowerPoint Presentation</vt:lpstr>
      <vt:lpstr>Company Overview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Ai4earth</dc:title>
  <dc:creator>Nyakinda</dc:creator>
  <cp:lastModifiedBy>Windows User</cp:lastModifiedBy>
  <cp:revision>7</cp:revision>
  <dcterms:created xsi:type="dcterms:W3CDTF">2006-08-16T00:00:00Z</dcterms:created>
  <dcterms:modified xsi:type="dcterms:W3CDTF">2026-10-03T18:01:03Z</dcterms:modified>
  <dc:identifier>DAGEWVXSncY</dc:identifier>
</cp:coreProperties>
</file>